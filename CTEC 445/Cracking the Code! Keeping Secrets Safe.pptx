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E483D1-0040-4F0E-817A-779D308C2FAB}" v="25" dt="2025-02-24T02:28:40.5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0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youngwavy" userId="33438cb5ad7eb8d7" providerId="LiveId" clId="{C7E483D1-0040-4F0E-817A-779D308C2FAB}"/>
    <pc:docChg chg="undo redo custSel addSld modSld sldOrd">
      <pc:chgData name="Marcus youngwavy" userId="33438cb5ad7eb8d7" providerId="LiveId" clId="{C7E483D1-0040-4F0E-817A-779D308C2FAB}" dt="2025-02-24T02:28:40.550" v="292" actId="403"/>
      <pc:docMkLst>
        <pc:docMk/>
      </pc:docMkLst>
      <pc:sldChg chg="addSp modSp new mod setBg addAnim">
        <pc:chgData name="Marcus youngwavy" userId="33438cb5ad7eb8d7" providerId="LiveId" clId="{C7E483D1-0040-4F0E-817A-779D308C2FAB}" dt="2025-02-24T02:28:40.550" v="292" actId="403"/>
        <pc:sldMkLst>
          <pc:docMk/>
          <pc:sldMk cId="764982990" sldId="256"/>
        </pc:sldMkLst>
        <pc:spChg chg="mod">
          <ac:chgData name="Marcus youngwavy" userId="33438cb5ad7eb8d7" providerId="LiveId" clId="{C7E483D1-0040-4F0E-817A-779D308C2FAB}" dt="2025-02-24T02:26:14.446" v="272" actId="26606"/>
          <ac:spMkLst>
            <pc:docMk/>
            <pc:sldMk cId="764982990" sldId="256"/>
            <ac:spMk id="2" creationId="{44CAE399-1285-F4B5-4C55-31B4F30D0649}"/>
          </ac:spMkLst>
        </pc:spChg>
        <pc:spChg chg="mod">
          <ac:chgData name="Marcus youngwavy" userId="33438cb5ad7eb8d7" providerId="LiveId" clId="{C7E483D1-0040-4F0E-817A-779D308C2FAB}" dt="2025-02-24T02:28:40.550" v="292" actId="403"/>
          <ac:spMkLst>
            <pc:docMk/>
            <pc:sldMk cId="764982990" sldId="256"/>
            <ac:spMk id="3" creationId="{E3CDC257-E247-49FF-3173-1D204F74383E}"/>
          </ac:spMkLst>
        </pc:spChg>
        <pc:spChg chg="add">
          <ac:chgData name="Marcus youngwavy" userId="33438cb5ad7eb8d7" providerId="LiveId" clId="{C7E483D1-0040-4F0E-817A-779D308C2FAB}" dt="2025-02-24T02:26:14.446" v="272" actId="26606"/>
          <ac:spMkLst>
            <pc:docMk/>
            <pc:sldMk cId="764982990" sldId="256"/>
            <ac:spMk id="9" creationId="{EB0222B5-B739-82A9-5CCC-C5585AE12A69}"/>
          </ac:spMkLst>
        </pc:spChg>
        <pc:spChg chg="add">
          <ac:chgData name="Marcus youngwavy" userId="33438cb5ad7eb8d7" providerId="LiveId" clId="{C7E483D1-0040-4F0E-817A-779D308C2FAB}" dt="2025-02-24T02:26:14.446" v="272" actId="26606"/>
          <ac:spMkLst>
            <pc:docMk/>
            <pc:sldMk cId="764982990" sldId="256"/>
            <ac:spMk id="11" creationId="{5BE23E75-E7E9-4D9F-6D25-5512363F8621}"/>
          </ac:spMkLst>
        </pc:spChg>
        <pc:picChg chg="add">
          <ac:chgData name="Marcus youngwavy" userId="33438cb5ad7eb8d7" providerId="LiveId" clId="{C7E483D1-0040-4F0E-817A-779D308C2FAB}" dt="2025-02-24T02:26:14.446" v="272" actId="26606"/>
          <ac:picMkLst>
            <pc:docMk/>
            <pc:sldMk cId="764982990" sldId="256"/>
            <ac:picMk id="5" creationId="{E6852CCE-142D-F037-277B-1D234185D674}"/>
          </ac:picMkLst>
        </pc:picChg>
        <pc:cxnChg chg="add">
          <ac:chgData name="Marcus youngwavy" userId="33438cb5ad7eb8d7" providerId="LiveId" clId="{C7E483D1-0040-4F0E-817A-779D308C2FAB}" dt="2025-02-24T02:26:14.446" v="272" actId="26606"/>
          <ac:cxnSpMkLst>
            <pc:docMk/>
            <pc:sldMk cId="764982990" sldId="256"/>
            <ac:cxnSpMk id="13" creationId="{61B115DB-65EB-3FC3-7284-CFDF4ADC60B6}"/>
          </ac:cxnSpMkLst>
        </pc:cxnChg>
      </pc:sldChg>
      <pc:sldChg chg="addSp delSp modSp new mod setBg">
        <pc:chgData name="Marcus youngwavy" userId="33438cb5ad7eb8d7" providerId="LiveId" clId="{C7E483D1-0040-4F0E-817A-779D308C2FAB}" dt="2025-02-24T02:26:52.874" v="281" actId="26606"/>
        <pc:sldMkLst>
          <pc:docMk/>
          <pc:sldMk cId="1132634851" sldId="257"/>
        </pc:sldMkLst>
        <pc:spChg chg="mod">
          <ac:chgData name="Marcus youngwavy" userId="33438cb5ad7eb8d7" providerId="LiveId" clId="{C7E483D1-0040-4F0E-817A-779D308C2FAB}" dt="2025-02-24T02:26:52.874" v="281" actId="26606"/>
          <ac:spMkLst>
            <pc:docMk/>
            <pc:sldMk cId="1132634851" sldId="257"/>
            <ac:spMk id="2" creationId="{CF44905B-B885-49A5-9385-2B9586F543E4}"/>
          </ac:spMkLst>
        </pc:spChg>
        <pc:spChg chg="mod">
          <ac:chgData name="Marcus youngwavy" userId="33438cb5ad7eb8d7" providerId="LiveId" clId="{C7E483D1-0040-4F0E-817A-779D308C2FAB}" dt="2025-02-24T02:26:52.874" v="281" actId="26606"/>
          <ac:spMkLst>
            <pc:docMk/>
            <pc:sldMk cId="1132634851" sldId="257"/>
            <ac:spMk id="3" creationId="{8912679D-DF32-9CF1-F75E-C76B43D3140D}"/>
          </ac:spMkLst>
        </pc:spChg>
        <pc:spChg chg="add del">
          <ac:chgData name="Marcus youngwavy" userId="33438cb5ad7eb8d7" providerId="LiveId" clId="{C7E483D1-0040-4F0E-817A-779D308C2FAB}" dt="2025-02-24T02:03:18.396" v="59" actId="22"/>
          <ac:spMkLst>
            <pc:docMk/>
            <pc:sldMk cId="1132634851" sldId="257"/>
            <ac:spMk id="5" creationId="{1C167818-E2D9-157C-50E8-16064800B590}"/>
          </ac:spMkLst>
        </pc:spChg>
        <pc:spChg chg="add del">
          <ac:chgData name="Marcus youngwavy" userId="33438cb5ad7eb8d7" providerId="LiveId" clId="{C7E483D1-0040-4F0E-817A-779D308C2FAB}" dt="2025-02-24T02:26:40.020" v="276" actId="26606"/>
          <ac:spMkLst>
            <pc:docMk/>
            <pc:sldMk cId="1132634851" sldId="257"/>
            <ac:spMk id="8" creationId="{DEE2AD96-B495-4E06-9291-B71706F728CB}"/>
          </ac:spMkLst>
        </pc:spChg>
        <pc:spChg chg="add del">
          <ac:chgData name="Marcus youngwavy" userId="33438cb5ad7eb8d7" providerId="LiveId" clId="{C7E483D1-0040-4F0E-817A-779D308C2FAB}" dt="2025-02-24T02:26:52.869" v="280" actId="26606"/>
          <ac:spMkLst>
            <pc:docMk/>
            <pc:sldMk cId="1132634851" sldId="257"/>
            <ac:spMk id="9" creationId="{3ECBE1F1-D69B-4AFA-ABD5-8E41720EF6DE}"/>
          </ac:spMkLst>
        </pc:spChg>
        <pc:spChg chg="add del">
          <ac:chgData name="Marcus youngwavy" userId="33438cb5ad7eb8d7" providerId="LiveId" clId="{C7E483D1-0040-4F0E-817A-779D308C2FAB}" dt="2025-02-24T02:26:40.020" v="276" actId="26606"/>
          <ac:spMkLst>
            <pc:docMk/>
            <pc:sldMk cId="1132634851" sldId="257"/>
            <ac:spMk id="10" creationId="{53CF6D67-C5A8-4ADD-9E8E-1E38CA1D3166}"/>
          </ac:spMkLst>
        </pc:spChg>
        <pc:spChg chg="add del">
          <ac:chgData name="Marcus youngwavy" userId="33438cb5ad7eb8d7" providerId="LiveId" clId="{C7E483D1-0040-4F0E-817A-779D308C2FAB}" dt="2025-02-24T02:26:52.869" v="280" actId="26606"/>
          <ac:spMkLst>
            <pc:docMk/>
            <pc:sldMk cId="1132634851" sldId="257"/>
            <ac:spMk id="11" creationId="{603A6265-E10C-4B85-9C20-E75FCAF9CC63}"/>
          </ac:spMkLst>
        </pc:spChg>
        <pc:spChg chg="add del">
          <ac:chgData name="Marcus youngwavy" userId="33438cb5ad7eb8d7" providerId="LiveId" clId="{C7E483D1-0040-4F0E-817A-779D308C2FAB}" dt="2025-02-24T02:26:40.020" v="276" actId="26606"/>
          <ac:spMkLst>
            <pc:docMk/>
            <pc:sldMk cId="1132634851" sldId="257"/>
            <ac:spMk id="12" creationId="{86909FA0-B515-4681-B7A8-FA281D133B94}"/>
          </ac:spMkLst>
        </pc:spChg>
        <pc:spChg chg="add del">
          <ac:chgData name="Marcus youngwavy" userId="33438cb5ad7eb8d7" providerId="LiveId" clId="{C7E483D1-0040-4F0E-817A-779D308C2FAB}" dt="2025-02-24T02:26:40.020" v="276" actId="26606"/>
          <ac:spMkLst>
            <pc:docMk/>
            <pc:sldMk cId="1132634851" sldId="257"/>
            <ac:spMk id="14" creationId="{21C9FE86-FCC3-4A31-AA1C-C882262B7FE7}"/>
          </ac:spMkLst>
        </pc:spChg>
        <pc:spChg chg="add del">
          <ac:chgData name="Marcus youngwavy" userId="33438cb5ad7eb8d7" providerId="LiveId" clId="{C7E483D1-0040-4F0E-817A-779D308C2FAB}" dt="2025-02-24T02:26:40.020" v="276" actId="26606"/>
          <ac:spMkLst>
            <pc:docMk/>
            <pc:sldMk cId="1132634851" sldId="257"/>
            <ac:spMk id="16" creationId="{7D96243B-ECED-4B71-8E06-AE9A285EAD20}"/>
          </ac:spMkLst>
        </pc:spChg>
        <pc:spChg chg="add del">
          <ac:chgData name="Marcus youngwavy" userId="33438cb5ad7eb8d7" providerId="LiveId" clId="{C7E483D1-0040-4F0E-817A-779D308C2FAB}" dt="2025-02-24T02:26:40.020" v="276" actId="26606"/>
          <ac:spMkLst>
            <pc:docMk/>
            <pc:sldMk cId="1132634851" sldId="257"/>
            <ac:spMk id="18" creationId="{A09989E4-EFDC-4A90-A633-E0525FB4139E}"/>
          </ac:spMkLst>
        </pc:spChg>
        <pc:spChg chg="add del">
          <ac:chgData name="Marcus youngwavy" userId="33438cb5ad7eb8d7" providerId="LiveId" clId="{C7E483D1-0040-4F0E-817A-779D308C2FAB}" dt="2025-02-24T02:26:47.612" v="278" actId="26606"/>
          <ac:spMkLst>
            <pc:docMk/>
            <pc:sldMk cId="1132634851" sldId="257"/>
            <ac:spMk id="20" creationId="{70DFC902-7D23-471A-B557-B6B6917D7A0D}"/>
          </ac:spMkLst>
        </pc:spChg>
        <pc:spChg chg="add del">
          <ac:chgData name="Marcus youngwavy" userId="33438cb5ad7eb8d7" providerId="LiveId" clId="{C7E483D1-0040-4F0E-817A-779D308C2FAB}" dt="2025-02-24T02:26:47.612" v="278" actId="26606"/>
          <ac:spMkLst>
            <pc:docMk/>
            <pc:sldMk cId="1132634851" sldId="257"/>
            <ac:spMk id="21" creationId="{A55D5633-D557-4DCA-982C-FF36EB7A1C00}"/>
          </ac:spMkLst>
        </pc:spChg>
        <pc:spChg chg="add del">
          <ac:chgData name="Marcus youngwavy" userId="33438cb5ad7eb8d7" providerId="LiveId" clId="{C7E483D1-0040-4F0E-817A-779D308C2FAB}" dt="2025-02-24T02:26:47.612" v="278" actId="26606"/>
          <ac:spMkLst>
            <pc:docMk/>
            <pc:sldMk cId="1132634851" sldId="257"/>
            <ac:spMk id="22" creationId="{450D3AD2-FA80-415F-A9CE-54D884561CD7}"/>
          </ac:spMkLst>
        </pc:spChg>
        <pc:spChg chg="add">
          <ac:chgData name="Marcus youngwavy" userId="33438cb5ad7eb8d7" providerId="LiveId" clId="{C7E483D1-0040-4F0E-817A-779D308C2FAB}" dt="2025-02-24T02:26:52.874" v="281" actId="26606"/>
          <ac:spMkLst>
            <pc:docMk/>
            <pc:sldMk cId="1132634851" sldId="257"/>
            <ac:spMk id="26" creationId="{B210AC1D-4063-4C6E-9528-FA9C4C0C18E6}"/>
          </ac:spMkLst>
        </pc:spChg>
        <pc:spChg chg="add">
          <ac:chgData name="Marcus youngwavy" userId="33438cb5ad7eb8d7" providerId="LiveId" clId="{C7E483D1-0040-4F0E-817A-779D308C2FAB}" dt="2025-02-24T02:26:52.874" v="281" actId="26606"/>
          <ac:spMkLst>
            <pc:docMk/>
            <pc:sldMk cId="1132634851" sldId="257"/>
            <ac:spMk id="27" creationId="{02F8C595-E68C-4306-AED8-DC7826A0A506}"/>
          </ac:spMkLst>
        </pc:spChg>
        <pc:picChg chg="add del">
          <ac:chgData name="Marcus youngwavy" userId="33438cb5ad7eb8d7" providerId="LiveId" clId="{C7E483D1-0040-4F0E-817A-779D308C2FAB}" dt="2025-02-24T02:26:52.869" v="280" actId="26606"/>
          <ac:picMkLst>
            <pc:docMk/>
            <pc:sldMk cId="1132634851" sldId="257"/>
            <ac:picMk id="24" creationId="{28BFB822-4C56-6E4C-0F98-2557B30805A9}"/>
          </ac:picMkLst>
        </pc:picChg>
        <pc:picChg chg="add">
          <ac:chgData name="Marcus youngwavy" userId="33438cb5ad7eb8d7" providerId="LiveId" clId="{C7E483D1-0040-4F0E-817A-779D308C2FAB}" dt="2025-02-24T02:26:52.874" v="281" actId="26606"/>
          <ac:picMkLst>
            <pc:docMk/>
            <pc:sldMk cId="1132634851" sldId="257"/>
            <ac:picMk id="28" creationId="{8B32F578-881F-536C-5BC3-69DEAA7D96E1}"/>
          </ac:picMkLst>
        </pc:picChg>
      </pc:sldChg>
      <pc:sldChg chg="addSp modSp new mod setBg">
        <pc:chgData name="Marcus youngwavy" userId="33438cb5ad7eb8d7" providerId="LiveId" clId="{C7E483D1-0040-4F0E-817A-779D308C2FAB}" dt="2025-02-24T02:27:20.963" v="283" actId="26606"/>
        <pc:sldMkLst>
          <pc:docMk/>
          <pc:sldMk cId="3593556218" sldId="258"/>
        </pc:sldMkLst>
        <pc:spChg chg="mod">
          <ac:chgData name="Marcus youngwavy" userId="33438cb5ad7eb8d7" providerId="LiveId" clId="{C7E483D1-0040-4F0E-817A-779D308C2FAB}" dt="2025-02-24T02:27:20.963" v="283" actId="26606"/>
          <ac:spMkLst>
            <pc:docMk/>
            <pc:sldMk cId="3593556218" sldId="258"/>
            <ac:spMk id="2" creationId="{420BE45B-A039-8362-E06A-A8967CEA2757}"/>
          </ac:spMkLst>
        </pc:spChg>
        <pc:spChg chg="mod">
          <ac:chgData name="Marcus youngwavy" userId="33438cb5ad7eb8d7" providerId="LiveId" clId="{C7E483D1-0040-4F0E-817A-779D308C2FAB}" dt="2025-02-24T02:27:20.963" v="283" actId="26606"/>
          <ac:spMkLst>
            <pc:docMk/>
            <pc:sldMk cId="3593556218" sldId="258"/>
            <ac:spMk id="3" creationId="{14CA42A9-3F98-360C-05D0-5192D03AD8F7}"/>
          </ac:spMkLst>
        </pc:spChg>
        <pc:spChg chg="add">
          <ac:chgData name="Marcus youngwavy" userId="33438cb5ad7eb8d7" providerId="LiveId" clId="{C7E483D1-0040-4F0E-817A-779D308C2FAB}" dt="2025-02-24T02:10:13.117" v="109"/>
          <ac:spMkLst>
            <pc:docMk/>
            <pc:sldMk cId="3593556218" sldId="258"/>
            <ac:spMk id="4" creationId="{33D22F6F-0BD2-58FF-94EE-6B4B75880CF4}"/>
          </ac:spMkLst>
        </pc:spChg>
        <pc:spChg chg="add">
          <ac:chgData name="Marcus youngwavy" userId="33438cb5ad7eb8d7" providerId="LiveId" clId="{C7E483D1-0040-4F0E-817A-779D308C2FAB}" dt="2025-02-24T02:10:17.009" v="110"/>
          <ac:spMkLst>
            <pc:docMk/>
            <pc:sldMk cId="3593556218" sldId="258"/>
            <ac:spMk id="5" creationId="{815FF736-10DC-7150-52DD-9A88DC5E6306}"/>
          </ac:spMkLst>
        </pc:spChg>
        <pc:spChg chg="add">
          <ac:chgData name="Marcus youngwavy" userId="33438cb5ad7eb8d7" providerId="LiveId" clId="{C7E483D1-0040-4F0E-817A-779D308C2FAB}" dt="2025-02-24T02:27:20.963" v="283" actId="26606"/>
          <ac:spMkLst>
            <pc:docMk/>
            <pc:sldMk cId="3593556218" sldId="258"/>
            <ac:spMk id="9" creationId="{9F7D5CDA-D291-4307-BF55-1381FED29634}"/>
          </ac:spMkLst>
        </pc:spChg>
        <pc:spChg chg="add">
          <ac:chgData name="Marcus youngwavy" userId="33438cb5ad7eb8d7" providerId="LiveId" clId="{C7E483D1-0040-4F0E-817A-779D308C2FAB}" dt="2025-02-24T02:27:20.963" v="283" actId="26606"/>
          <ac:spMkLst>
            <pc:docMk/>
            <pc:sldMk cId="3593556218" sldId="258"/>
            <ac:spMk id="11" creationId="{59B296B9-C5A5-4E4F-9B60-C907B5F1466C}"/>
          </ac:spMkLst>
        </pc:spChg>
        <pc:spChg chg="add">
          <ac:chgData name="Marcus youngwavy" userId="33438cb5ad7eb8d7" providerId="LiveId" clId="{C7E483D1-0040-4F0E-817A-779D308C2FAB}" dt="2025-02-24T02:27:20.963" v="283" actId="26606"/>
          <ac:spMkLst>
            <pc:docMk/>
            <pc:sldMk cId="3593556218" sldId="258"/>
            <ac:spMk id="13" creationId="{D0300FD3-5AF1-6305-15FA-9078072672E2}"/>
          </ac:spMkLst>
        </pc:spChg>
        <pc:picChg chg="add">
          <ac:chgData name="Marcus youngwavy" userId="33438cb5ad7eb8d7" providerId="LiveId" clId="{C7E483D1-0040-4F0E-817A-779D308C2FAB}" dt="2025-02-24T02:27:20.963" v="283" actId="26606"/>
          <ac:picMkLst>
            <pc:docMk/>
            <pc:sldMk cId="3593556218" sldId="258"/>
            <ac:picMk id="6" creationId="{FC294590-4660-E720-69A4-CBAC97D620F5}"/>
          </ac:picMkLst>
        </pc:picChg>
      </pc:sldChg>
      <pc:sldChg chg="addSp delSp modSp new mod setBg">
        <pc:chgData name="Marcus youngwavy" userId="33438cb5ad7eb8d7" providerId="LiveId" clId="{C7E483D1-0040-4F0E-817A-779D308C2FAB}" dt="2025-02-24T02:27:35.337" v="284" actId="26606"/>
        <pc:sldMkLst>
          <pc:docMk/>
          <pc:sldMk cId="2524386939" sldId="259"/>
        </pc:sldMkLst>
        <pc:spChg chg="mod">
          <ac:chgData name="Marcus youngwavy" userId="33438cb5ad7eb8d7" providerId="LiveId" clId="{C7E483D1-0040-4F0E-817A-779D308C2FAB}" dt="2025-02-24T02:27:35.337" v="284" actId="26606"/>
          <ac:spMkLst>
            <pc:docMk/>
            <pc:sldMk cId="2524386939" sldId="259"/>
            <ac:spMk id="2" creationId="{5C361487-08BD-03FE-CBE2-D454DA1B3346}"/>
          </ac:spMkLst>
        </pc:spChg>
        <pc:spChg chg="add del mod">
          <ac:chgData name="Marcus youngwavy" userId="33438cb5ad7eb8d7" providerId="LiveId" clId="{C7E483D1-0040-4F0E-817A-779D308C2FAB}" dt="2025-02-24T02:27:35.337" v="284" actId="26606"/>
          <ac:spMkLst>
            <pc:docMk/>
            <pc:sldMk cId="2524386939" sldId="259"/>
            <ac:spMk id="3" creationId="{652FBF63-95A7-29E4-BF8F-9668A0BB2E6C}"/>
          </ac:spMkLst>
        </pc:spChg>
        <pc:spChg chg="add mod">
          <ac:chgData name="Marcus youngwavy" userId="33438cb5ad7eb8d7" providerId="LiveId" clId="{C7E483D1-0040-4F0E-817A-779D308C2FAB}" dt="2025-02-24T02:11:58.922" v="136"/>
          <ac:spMkLst>
            <pc:docMk/>
            <pc:sldMk cId="2524386939" sldId="259"/>
            <ac:spMk id="4" creationId="{56E1A320-D9E9-0EA6-0601-F13642485ECE}"/>
          </ac:spMkLst>
        </pc:spChg>
        <pc:spChg chg="add">
          <ac:chgData name="Marcus youngwavy" userId="33438cb5ad7eb8d7" providerId="LiveId" clId="{C7E483D1-0040-4F0E-817A-779D308C2FAB}" dt="2025-02-24T02:27:35.337" v="284" actId="26606"/>
          <ac:spMkLst>
            <pc:docMk/>
            <pc:sldMk cId="2524386939" sldId="259"/>
            <ac:spMk id="9" creationId="{C0763A76-9F1C-4FC5-82B7-DD475DA461B2}"/>
          </ac:spMkLst>
        </pc:spChg>
        <pc:spChg chg="add">
          <ac:chgData name="Marcus youngwavy" userId="33438cb5ad7eb8d7" providerId="LiveId" clId="{C7E483D1-0040-4F0E-817A-779D308C2FAB}" dt="2025-02-24T02:27:35.337" v="284" actId="26606"/>
          <ac:spMkLst>
            <pc:docMk/>
            <pc:sldMk cId="2524386939" sldId="259"/>
            <ac:spMk id="11" creationId="{E81BF4F6-F2CF-4984-9D14-D6966D92F99F}"/>
          </ac:spMkLst>
        </pc:spChg>
        <pc:picChg chg="add">
          <ac:chgData name="Marcus youngwavy" userId="33438cb5ad7eb8d7" providerId="LiveId" clId="{C7E483D1-0040-4F0E-817A-779D308C2FAB}" dt="2025-02-24T02:27:35.337" v="284" actId="26606"/>
          <ac:picMkLst>
            <pc:docMk/>
            <pc:sldMk cId="2524386939" sldId="259"/>
            <ac:picMk id="5" creationId="{4CC2DE6F-C834-5B89-1306-928D78ECB234}"/>
          </ac:picMkLst>
        </pc:picChg>
      </pc:sldChg>
      <pc:sldChg chg="addSp delSp modSp new mod setBg">
        <pc:chgData name="Marcus youngwavy" userId="33438cb5ad7eb8d7" providerId="LiveId" clId="{C7E483D1-0040-4F0E-817A-779D308C2FAB}" dt="2025-02-24T02:28:00.517" v="285" actId="26606"/>
        <pc:sldMkLst>
          <pc:docMk/>
          <pc:sldMk cId="816502979" sldId="260"/>
        </pc:sldMkLst>
        <pc:spChg chg="mod">
          <ac:chgData name="Marcus youngwavy" userId="33438cb5ad7eb8d7" providerId="LiveId" clId="{C7E483D1-0040-4F0E-817A-779D308C2FAB}" dt="2025-02-24T02:28:00.517" v="285" actId="26606"/>
          <ac:spMkLst>
            <pc:docMk/>
            <pc:sldMk cId="816502979" sldId="260"/>
            <ac:spMk id="2" creationId="{4EE871E4-293A-D2B1-A944-4EEE7360B943}"/>
          </ac:spMkLst>
        </pc:spChg>
        <pc:spChg chg="add del mod">
          <ac:chgData name="Marcus youngwavy" userId="33438cb5ad7eb8d7" providerId="LiveId" clId="{C7E483D1-0040-4F0E-817A-779D308C2FAB}" dt="2025-02-24T02:28:00.517" v="285" actId="26606"/>
          <ac:spMkLst>
            <pc:docMk/>
            <pc:sldMk cId="816502979" sldId="260"/>
            <ac:spMk id="3" creationId="{8C45D5CC-C2D7-394F-138D-EA2348949446}"/>
          </ac:spMkLst>
        </pc:spChg>
        <pc:spChg chg="add mod">
          <ac:chgData name="Marcus youngwavy" userId="33438cb5ad7eb8d7" providerId="LiveId" clId="{C7E483D1-0040-4F0E-817A-779D308C2FAB}" dt="2025-02-24T02:12:59.264" v="154"/>
          <ac:spMkLst>
            <pc:docMk/>
            <pc:sldMk cId="816502979" sldId="260"/>
            <ac:spMk id="4" creationId="{11BEE889-3E15-7E8D-AF98-44BB0C8849C5}"/>
          </ac:spMkLst>
        </pc:spChg>
        <pc:spChg chg="add">
          <ac:chgData name="Marcus youngwavy" userId="33438cb5ad7eb8d7" providerId="LiveId" clId="{C7E483D1-0040-4F0E-817A-779D308C2FAB}" dt="2025-02-24T02:28:00.517" v="285" actId="26606"/>
          <ac:spMkLst>
            <pc:docMk/>
            <pc:sldMk cId="816502979" sldId="260"/>
            <ac:spMk id="9" creationId="{AE3A741D-C19B-960A-5803-1C5887147820}"/>
          </ac:spMkLst>
        </pc:spChg>
        <pc:spChg chg="add">
          <ac:chgData name="Marcus youngwavy" userId="33438cb5ad7eb8d7" providerId="LiveId" clId="{C7E483D1-0040-4F0E-817A-779D308C2FAB}" dt="2025-02-24T02:28:00.517" v="285" actId="26606"/>
          <ac:spMkLst>
            <pc:docMk/>
            <pc:sldMk cId="816502979" sldId="260"/>
            <ac:spMk id="11" creationId="{DC39DE25-0E4E-0AA7-0932-1D78C2372786}"/>
          </ac:spMkLst>
        </pc:spChg>
        <pc:spChg chg="add">
          <ac:chgData name="Marcus youngwavy" userId="33438cb5ad7eb8d7" providerId="LiveId" clId="{C7E483D1-0040-4F0E-817A-779D308C2FAB}" dt="2025-02-24T02:28:00.517" v="285" actId="26606"/>
          <ac:spMkLst>
            <pc:docMk/>
            <pc:sldMk cId="816502979" sldId="260"/>
            <ac:spMk id="13" creationId="{8D6EA299-0840-6DEA-E670-C49AEBC87E89}"/>
          </ac:spMkLst>
        </pc:spChg>
        <pc:picChg chg="add">
          <ac:chgData name="Marcus youngwavy" userId="33438cb5ad7eb8d7" providerId="LiveId" clId="{C7E483D1-0040-4F0E-817A-779D308C2FAB}" dt="2025-02-24T02:28:00.517" v="285" actId="26606"/>
          <ac:picMkLst>
            <pc:docMk/>
            <pc:sldMk cId="816502979" sldId="260"/>
            <ac:picMk id="5" creationId="{40DD0204-418F-0057-8807-5357DF55AAAB}"/>
          </ac:picMkLst>
        </pc:picChg>
      </pc:sldChg>
      <pc:sldChg chg="addSp modSp new mod setBg">
        <pc:chgData name="Marcus youngwavy" userId="33438cb5ad7eb8d7" providerId="LiveId" clId="{C7E483D1-0040-4F0E-817A-779D308C2FAB}" dt="2025-02-24T02:28:03.868" v="286" actId="26606"/>
        <pc:sldMkLst>
          <pc:docMk/>
          <pc:sldMk cId="2991923680" sldId="261"/>
        </pc:sldMkLst>
        <pc:spChg chg="mod">
          <ac:chgData name="Marcus youngwavy" userId="33438cb5ad7eb8d7" providerId="LiveId" clId="{C7E483D1-0040-4F0E-817A-779D308C2FAB}" dt="2025-02-24T02:28:03.868" v="286" actId="26606"/>
          <ac:spMkLst>
            <pc:docMk/>
            <pc:sldMk cId="2991923680" sldId="261"/>
            <ac:spMk id="2" creationId="{C9E7CDDF-461B-260B-E42D-2E458246B59E}"/>
          </ac:spMkLst>
        </pc:spChg>
        <pc:spChg chg="mod">
          <ac:chgData name="Marcus youngwavy" userId="33438cb5ad7eb8d7" providerId="LiveId" clId="{C7E483D1-0040-4F0E-817A-779D308C2FAB}" dt="2025-02-24T02:28:03.868" v="286" actId="26606"/>
          <ac:spMkLst>
            <pc:docMk/>
            <pc:sldMk cId="2991923680" sldId="261"/>
            <ac:spMk id="3" creationId="{410035DE-4094-92E5-FFE7-BFC19009A00C}"/>
          </ac:spMkLst>
        </pc:spChg>
        <pc:spChg chg="add">
          <ac:chgData name="Marcus youngwavy" userId="33438cb5ad7eb8d7" providerId="LiveId" clId="{C7E483D1-0040-4F0E-817A-779D308C2FAB}" dt="2025-02-24T02:28:03.868" v="286" actId="26606"/>
          <ac:spMkLst>
            <pc:docMk/>
            <pc:sldMk cId="2991923680" sldId="261"/>
            <ac:spMk id="9" creationId="{C0763A76-9F1C-4FC5-82B7-DD475DA461B2}"/>
          </ac:spMkLst>
        </pc:spChg>
        <pc:spChg chg="add">
          <ac:chgData name="Marcus youngwavy" userId="33438cb5ad7eb8d7" providerId="LiveId" clId="{C7E483D1-0040-4F0E-817A-779D308C2FAB}" dt="2025-02-24T02:28:03.868" v="286" actId="26606"/>
          <ac:spMkLst>
            <pc:docMk/>
            <pc:sldMk cId="2991923680" sldId="261"/>
            <ac:spMk id="11" creationId="{E81BF4F6-F2CF-4984-9D14-D6966D92F99F}"/>
          </ac:spMkLst>
        </pc:spChg>
        <pc:picChg chg="add">
          <ac:chgData name="Marcus youngwavy" userId="33438cb5ad7eb8d7" providerId="LiveId" clId="{C7E483D1-0040-4F0E-817A-779D308C2FAB}" dt="2025-02-24T02:28:03.868" v="286" actId="26606"/>
          <ac:picMkLst>
            <pc:docMk/>
            <pc:sldMk cId="2991923680" sldId="261"/>
            <ac:picMk id="5" creationId="{3A250EDA-27FC-C49D-1AE8-58F1F3F7170F}"/>
          </ac:picMkLst>
        </pc:picChg>
      </pc:sldChg>
      <pc:sldChg chg="addSp delSp modSp new mod setBg">
        <pc:chgData name="Marcus youngwavy" userId="33438cb5ad7eb8d7" providerId="LiveId" clId="{C7E483D1-0040-4F0E-817A-779D308C2FAB}" dt="2025-02-24T02:28:06.778" v="287" actId="26606"/>
        <pc:sldMkLst>
          <pc:docMk/>
          <pc:sldMk cId="1744215655" sldId="262"/>
        </pc:sldMkLst>
        <pc:spChg chg="mod">
          <ac:chgData name="Marcus youngwavy" userId="33438cb5ad7eb8d7" providerId="LiveId" clId="{C7E483D1-0040-4F0E-817A-779D308C2FAB}" dt="2025-02-24T02:28:06.778" v="287" actId="26606"/>
          <ac:spMkLst>
            <pc:docMk/>
            <pc:sldMk cId="1744215655" sldId="262"/>
            <ac:spMk id="2" creationId="{FA261024-21F2-36B6-85E9-A37047B7F027}"/>
          </ac:spMkLst>
        </pc:spChg>
        <pc:spChg chg="add del mod">
          <ac:chgData name="Marcus youngwavy" userId="33438cb5ad7eb8d7" providerId="LiveId" clId="{C7E483D1-0040-4F0E-817A-779D308C2FAB}" dt="2025-02-24T02:28:06.778" v="287" actId="26606"/>
          <ac:spMkLst>
            <pc:docMk/>
            <pc:sldMk cId="1744215655" sldId="262"/>
            <ac:spMk id="3" creationId="{844DDA0C-E54A-5688-7789-F0710690275B}"/>
          </ac:spMkLst>
        </pc:spChg>
        <pc:spChg chg="add mod">
          <ac:chgData name="Marcus youngwavy" userId="33438cb5ad7eb8d7" providerId="LiveId" clId="{C7E483D1-0040-4F0E-817A-779D308C2FAB}" dt="2025-02-24T02:18:35.154" v="190"/>
          <ac:spMkLst>
            <pc:docMk/>
            <pc:sldMk cId="1744215655" sldId="262"/>
            <ac:spMk id="4" creationId="{C9937BC4-2EBE-79AB-9971-D819CB0AAA49}"/>
          </ac:spMkLst>
        </pc:spChg>
        <pc:spChg chg="add">
          <ac:chgData name="Marcus youngwavy" userId="33438cb5ad7eb8d7" providerId="LiveId" clId="{C7E483D1-0040-4F0E-817A-779D308C2FAB}" dt="2025-02-24T02:28:06.778" v="287" actId="26606"/>
          <ac:spMkLst>
            <pc:docMk/>
            <pc:sldMk cId="1744215655" sldId="262"/>
            <ac:spMk id="9" creationId="{C0763A76-9F1C-4FC5-82B7-DD475DA461B2}"/>
          </ac:spMkLst>
        </pc:spChg>
        <pc:spChg chg="add">
          <ac:chgData name="Marcus youngwavy" userId="33438cb5ad7eb8d7" providerId="LiveId" clId="{C7E483D1-0040-4F0E-817A-779D308C2FAB}" dt="2025-02-24T02:28:06.778" v="287" actId="26606"/>
          <ac:spMkLst>
            <pc:docMk/>
            <pc:sldMk cId="1744215655" sldId="262"/>
            <ac:spMk id="11" creationId="{E81BF4F6-F2CF-4984-9D14-D6966D92F99F}"/>
          </ac:spMkLst>
        </pc:spChg>
        <pc:picChg chg="add">
          <ac:chgData name="Marcus youngwavy" userId="33438cb5ad7eb8d7" providerId="LiveId" clId="{C7E483D1-0040-4F0E-817A-779D308C2FAB}" dt="2025-02-24T02:28:06.778" v="287" actId="26606"/>
          <ac:picMkLst>
            <pc:docMk/>
            <pc:sldMk cId="1744215655" sldId="262"/>
            <ac:picMk id="5" creationId="{C3340D0E-362D-3855-58D2-6B0132DB5826}"/>
          </ac:picMkLst>
        </pc:picChg>
      </pc:sldChg>
      <pc:sldChg chg="addSp delSp modSp new mod setBg">
        <pc:chgData name="Marcus youngwavy" userId="33438cb5ad7eb8d7" providerId="LiveId" clId="{C7E483D1-0040-4F0E-817A-779D308C2FAB}" dt="2025-02-24T02:28:20.033" v="290" actId="26606"/>
        <pc:sldMkLst>
          <pc:docMk/>
          <pc:sldMk cId="2096685516" sldId="263"/>
        </pc:sldMkLst>
        <pc:spChg chg="mod">
          <ac:chgData name="Marcus youngwavy" userId="33438cb5ad7eb8d7" providerId="LiveId" clId="{C7E483D1-0040-4F0E-817A-779D308C2FAB}" dt="2025-02-24T02:28:20.033" v="290" actId="26606"/>
          <ac:spMkLst>
            <pc:docMk/>
            <pc:sldMk cId="2096685516" sldId="263"/>
            <ac:spMk id="2" creationId="{85CB7735-7EC4-4059-750F-0A72B43DA773}"/>
          </ac:spMkLst>
        </pc:spChg>
        <pc:spChg chg="mod">
          <ac:chgData name="Marcus youngwavy" userId="33438cb5ad7eb8d7" providerId="LiveId" clId="{C7E483D1-0040-4F0E-817A-779D308C2FAB}" dt="2025-02-24T02:28:20.033" v="290" actId="26606"/>
          <ac:spMkLst>
            <pc:docMk/>
            <pc:sldMk cId="2096685516" sldId="263"/>
            <ac:spMk id="3" creationId="{70E2CCAF-F839-FBBD-7A7A-FF2AC95CA579}"/>
          </ac:spMkLst>
        </pc:spChg>
        <pc:spChg chg="add del">
          <ac:chgData name="Marcus youngwavy" userId="33438cb5ad7eb8d7" providerId="LiveId" clId="{C7E483D1-0040-4F0E-817A-779D308C2FAB}" dt="2025-02-24T02:28:20.029" v="289" actId="26606"/>
          <ac:spMkLst>
            <pc:docMk/>
            <pc:sldMk cId="2096685516" sldId="263"/>
            <ac:spMk id="9" creationId="{B210AC1D-4063-4C6E-9528-FA9C4C0C18E6}"/>
          </ac:spMkLst>
        </pc:spChg>
        <pc:spChg chg="add del">
          <ac:chgData name="Marcus youngwavy" userId="33438cb5ad7eb8d7" providerId="LiveId" clId="{C7E483D1-0040-4F0E-817A-779D308C2FAB}" dt="2025-02-24T02:28:20.029" v="289" actId="26606"/>
          <ac:spMkLst>
            <pc:docMk/>
            <pc:sldMk cId="2096685516" sldId="263"/>
            <ac:spMk id="11" creationId="{02F8C595-E68C-4306-AED8-DC7826A0A506}"/>
          </ac:spMkLst>
        </pc:spChg>
        <pc:picChg chg="add del">
          <ac:chgData name="Marcus youngwavy" userId="33438cb5ad7eb8d7" providerId="LiveId" clId="{C7E483D1-0040-4F0E-817A-779D308C2FAB}" dt="2025-02-24T02:28:20.029" v="289" actId="26606"/>
          <ac:picMkLst>
            <pc:docMk/>
            <pc:sldMk cId="2096685516" sldId="263"/>
            <ac:picMk id="5" creationId="{BE7A1787-F55A-BEAE-B703-4CCFD63BF246}"/>
          </ac:picMkLst>
        </pc:picChg>
        <pc:picChg chg="add">
          <ac:chgData name="Marcus youngwavy" userId="33438cb5ad7eb8d7" providerId="LiveId" clId="{C7E483D1-0040-4F0E-817A-779D308C2FAB}" dt="2025-02-24T02:28:20.033" v="290" actId="26606"/>
          <ac:picMkLst>
            <pc:docMk/>
            <pc:sldMk cId="2096685516" sldId="263"/>
            <ac:picMk id="14" creationId="{59660FD0-A831-BE28-509E-2AE4129E2C79}"/>
          </ac:picMkLst>
        </pc:picChg>
        <pc:cxnChg chg="add">
          <ac:chgData name="Marcus youngwavy" userId="33438cb5ad7eb8d7" providerId="LiveId" clId="{C7E483D1-0040-4F0E-817A-779D308C2FAB}" dt="2025-02-24T02:28:20.033" v="290" actId="26606"/>
          <ac:cxnSpMkLst>
            <pc:docMk/>
            <pc:sldMk cId="2096685516" sldId="263"/>
            <ac:cxnSpMk id="13" creationId="{1503BFE4-729B-D9D0-C17B-501E6AF1127A}"/>
          </ac:cxnSpMkLst>
        </pc:cxnChg>
      </pc:sldChg>
      <pc:sldChg chg="modSp new mod">
        <pc:chgData name="Marcus youngwavy" userId="33438cb5ad7eb8d7" providerId="LiveId" clId="{C7E483D1-0040-4F0E-817A-779D308C2FAB}" dt="2025-02-24T02:26:07.890" v="271" actId="2711"/>
        <pc:sldMkLst>
          <pc:docMk/>
          <pc:sldMk cId="2875951560" sldId="264"/>
        </pc:sldMkLst>
        <pc:spChg chg="mod">
          <ac:chgData name="Marcus youngwavy" userId="33438cb5ad7eb8d7" providerId="LiveId" clId="{C7E483D1-0040-4F0E-817A-779D308C2FAB}" dt="2025-02-24T02:26:01.951" v="270" actId="20577"/>
          <ac:spMkLst>
            <pc:docMk/>
            <pc:sldMk cId="2875951560" sldId="264"/>
            <ac:spMk id="2" creationId="{1883E088-D427-3106-6B82-35FE8E259FB4}"/>
          </ac:spMkLst>
        </pc:spChg>
        <pc:spChg chg="mod">
          <ac:chgData name="Marcus youngwavy" userId="33438cb5ad7eb8d7" providerId="LiveId" clId="{C7E483D1-0040-4F0E-817A-779D308C2FAB}" dt="2025-02-24T02:26:07.890" v="271" actId="2711"/>
          <ac:spMkLst>
            <pc:docMk/>
            <pc:sldMk cId="2875951560" sldId="264"/>
            <ac:spMk id="3" creationId="{AE8AD5D1-080A-A4E5-B737-D7B44245E0A8}"/>
          </ac:spMkLst>
        </pc:spChg>
      </pc:sldChg>
      <pc:sldChg chg="addSp modSp new mod ord setBg">
        <pc:chgData name="Marcus youngwavy" userId="33438cb5ad7eb8d7" providerId="LiveId" clId="{C7E483D1-0040-4F0E-817A-779D308C2FAB}" dt="2025-02-24T02:26:58.486" v="282" actId="26606"/>
        <pc:sldMkLst>
          <pc:docMk/>
          <pc:sldMk cId="4015106501" sldId="265"/>
        </pc:sldMkLst>
        <pc:spChg chg="mod">
          <ac:chgData name="Marcus youngwavy" userId="33438cb5ad7eb8d7" providerId="LiveId" clId="{C7E483D1-0040-4F0E-817A-779D308C2FAB}" dt="2025-02-24T02:26:58.486" v="282" actId="26606"/>
          <ac:spMkLst>
            <pc:docMk/>
            <pc:sldMk cId="4015106501" sldId="265"/>
            <ac:spMk id="2" creationId="{C1A65520-08AD-3104-C279-98689D28E9FB}"/>
          </ac:spMkLst>
        </pc:spChg>
        <pc:spChg chg="mod">
          <ac:chgData name="Marcus youngwavy" userId="33438cb5ad7eb8d7" providerId="LiveId" clId="{C7E483D1-0040-4F0E-817A-779D308C2FAB}" dt="2025-02-24T02:26:58.486" v="282" actId="26606"/>
          <ac:spMkLst>
            <pc:docMk/>
            <pc:sldMk cId="4015106501" sldId="265"/>
            <ac:spMk id="3" creationId="{A6601962-3BD7-0B3D-3959-158AA666F7A6}"/>
          </ac:spMkLst>
        </pc:spChg>
        <pc:spChg chg="add">
          <ac:chgData name="Marcus youngwavy" userId="33438cb5ad7eb8d7" providerId="LiveId" clId="{C7E483D1-0040-4F0E-817A-779D308C2FAB}" dt="2025-02-24T02:26:58.486" v="282" actId="26606"/>
          <ac:spMkLst>
            <pc:docMk/>
            <pc:sldMk cId="4015106501" sldId="265"/>
            <ac:spMk id="9" creationId="{B210AC1D-4063-4C6E-9528-FA9C4C0C18E6}"/>
          </ac:spMkLst>
        </pc:spChg>
        <pc:spChg chg="add">
          <ac:chgData name="Marcus youngwavy" userId="33438cb5ad7eb8d7" providerId="LiveId" clId="{C7E483D1-0040-4F0E-817A-779D308C2FAB}" dt="2025-02-24T02:26:58.486" v="282" actId="26606"/>
          <ac:spMkLst>
            <pc:docMk/>
            <pc:sldMk cId="4015106501" sldId="265"/>
            <ac:spMk id="11" creationId="{02F8C595-E68C-4306-AED8-DC7826A0A506}"/>
          </ac:spMkLst>
        </pc:spChg>
        <pc:picChg chg="add">
          <ac:chgData name="Marcus youngwavy" userId="33438cb5ad7eb8d7" providerId="LiveId" clId="{C7E483D1-0040-4F0E-817A-779D308C2FAB}" dt="2025-02-24T02:26:58.486" v="282" actId="26606"/>
          <ac:picMkLst>
            <pc:docMk/>
            <pc:sldMk cId="4015106501" sldId="265"/>
            <ac:picMk id="5" creationId="{A3573D58-0BA1-6DC6-A90B-6D42EEE97C1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33C38-AA20-F1C9-0EF3-E9B5D628F9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6AAF2A-E7B7-0D2B-7A92-E2ED0BE0A8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64FEC1-73B9-E742-DA62-6486222B61E9}"/>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5" name="Footer Placeholder 4">
            <a:extLst>
              <a:ext uri="{FF2B5EF4-FFF2-40B4-BE49-F238E27FC236}">
                <a16:creationId xmlns:a16="http://schemas.microsoft.com/office/drawing/2014/main" id="{27929B5F-83DE-7536-ED14-FE91BAAA63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432685-B237-AFE7-15B2-BA186FEE1AD6}"/>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376701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79405-4EC6-1D48-B44F-145DA66F14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F8CF7-89F1-715A-FA75-C68A439521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4565F8-5A6E-1AAF-AD0C-6317ACDF024C}"/>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5" name="Footer Placeholder 4">
            <a:extLst>
              <a:ext uri="{FF2B5EF4-FFF2-40B4-BE49-F238E27FC236}">
                <a16:creationId xmlns:a16="http://schemas.microsoft.com/office/drawing/2014/main" id="{8D2AC40C-2477-8235-59D2-414494A8C6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0B800E-2DEC-72BF-3467-F469760671E0}"/>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2569482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C389D-9903-BAAE-9365-BDBAC5FE3A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B624CC-9E1F-982E-C902-08FB60414B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322024-9C5B-06F0-059A-2E9CDCA5AA0E}"/>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5" name="Footer Placeholder 4">
            <a:extLst>
              <a:ext uri="{FF2B5EF4-FFF2-40B4-BE49-F238E27FC236}">
                <a16:creationId xmlns:a16="http://schemas.microsoft.com/office/drawing/2014/main" id="{E32E85AF-9C71-347E-273B-09D1795EF9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B5046D-BCB7-5523-F348-2BF884CD2F3C}"/>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3363056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835DD-749B-4868-CF1C-5255C24917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07FA5A-A2E4-F9CB-AF99-F59D61161E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969B58-89C3-275C-BF29-ECBCCE4EA5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4E80B8-2609-2E66-3072-F22EA682A289}"/>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6" name="Footer Placeholder 5">
            <a:extLst>
              <a:ext uri="{FF2B5EF4-FFF2-40B4-BE49-F238E27FC236}">
                <a16:creationId xmlns:a16="http://schemas.microsoft.com/office/drawing/2014/main" id="{5906B901-04C5-D389-10D7-8B0A4B1DBB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0C54DC-82C2-3ADF-60A8-ED80AA0CD7C9}"/>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2027815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5114D-8475-D148-151A-207F455733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61D786-D09E-8E04-4504-8A6F7359A4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A84EE6-F085-57E1-B7EB-2646AD4B90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F56724-E3E6-1B97-3E03-EA6F94FB7C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B876B9-370C-5254-0C8B-AF301AD4F5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A389BD-3836-B4C8-EE51-34388E0C682C}"/>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8" name="Footer Placeholder 7">
            <a:extLst>
              <a:ext uri="{FF2B5EF4-FFF2-40B4-BE49-F238E27FC236}">
                <a16:creationId xmlns:a16="http://schemas.microsoft.com/office/drawing/2014/main" id="{94E11141-05A0-5495-9ED6-33E44610D7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98F3EC-5E89-B6FC-A92C-0DF43874D3E0}"/>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690505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1045-6B49-8A94-F05A-F989DC3515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680B72-390C-41CE-F1C5-001CDDE30BFB}"/>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4" name="Footer Placeholder 3">
            <a:extLst>
              <a:ext uri="{FF2B5EF4-FFF2-40B4-BE49-F238E27FC236}">
                <a16:creationId xmlns:a16="http://schemas.microsoft.com/office/drawing/2014/main" id="{DAF9B427-CDB7-3AE0-E60D-0E3969900D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935FFCD-D289-7B01-53CD-1D03653D5C71}"/>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932709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E4C9FD-279B-34C1-15AC-CAB19E95AE3C}"/>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3" name="Footer Placeholder 2">
            <a:extLst>
              <a:ext uri="{FF2B5EF4-FFF2-40B4-BE49-F238E27FC236}">
                <a16:creationId xmlns:a16="http://schemas.microsoft.com/office/drawing/2014/main" id="{DFD77317-D11E-5A50-9B41-7FEB62013D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1FC814-AFA0-32D9-753D-1F3E311B670C}"/>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74980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9C6A8-9A3F-3FE6-16C8-937A753FA9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46D4EF-C9A8-B072-C66C-1329D80FC3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C4DFFB-A9AC-F48C-9656-11FE79C7D1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FDCEBB-3F5F-66BC-C8E9-223CE4A2E958}"/>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6" name="Footer Placeholder 5">
            <a:extLst>
              <a:ext uri="{FF2B5EF4-FFF2-40B4-BE49-F238E27FC236}">
                <a16:creationId xmlns:a16="http://schemas.microsoft.com/office/drawing/2014/main" id="{42EDE8BB-20BD-1B6E-4EDB-B03672157D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4FE527-D17B-F231-3C44-E96A87FE3F6F}"/>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2463232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EE895-6075-9332-351C-564665801A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73C04-B5F3-B02E-CEDC-EF16AFDE5A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4456D7-096F-CA9B-0805-C5EA470C87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26D0E6-A0E7-049F-7F66-4FBD2F39254B}"/>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6" name="Footer Placeholder 5">
            <a:extLst>
              <a:ext uri="{FF2B5EF4-FFF2-40B4-BE49-F238E27FC236}">
                <a16:creationId xmlns:a16="http://schemas.microsoft.com/office/drawing/2014/main" id="{5FD95AAB-5240-BA46-38C1-A9E190B590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E88DD-A37C-9187-2209-340539C740D2}"/>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3579483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E6F5-F20E-9DCE-B926-BABCDA3B14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DCC50A-C356-7EEA-04A6-BB1AD5F563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E988E9-578F-8C4C-9224-FD6FFD00BA30}"/>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5" name="Footer Placeholder 4">
            <a:extLst>
              <a:ext uri="{FF2B5EF4-FFF2-40B4-BE49-F238E27FC236}">
                <a16:creationId xmlns:a16="http://schemas.microsoft.com/office/drawing/2014/main" id="{ED8798F0-DC58-61D3-8BE9-AB8CB76BA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017C1C-B0DE-7DF1-959C-5BFDCF48FBCF}"/>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1677723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DED179-B178-382E-280D-BF43E35B35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C54B96-B191-6017-C6AF-B3298625F4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1D222E-FD6D-88A1-A67C-C41915D91EBC}"/>
              </a:ext>
            </a:extLst>
          </p:cNvPr>
          <p:cNvSpPr>
            <a:spLocks noGrp="1"/>
          </p:cNvSpPr>
          <p:nvPr>
            <p:ph type="dt" sz="half" idx="10"/>
          </p:nvPr>
        </p:nvSpPr>
        <p:spPr/>
        <p:txBody>
          <a:bodyPr/>
          <a:lstStyle/>
          <a:p>
            <a:fld id="{65C4571D-DD70-4C5A-BA18-2BE55F359E3F}" type="datetimeFigureOut">
              <a:rPr lang="en-US" smtClean="0"/>
              <a:t>2/23/2025</a:t>
            </a:fld>
            <a:endParaRPr lang="en-US"/>
          </a:p>
        </p:txBody>
      </p:sp>
      <p:sp>
        <p:nvSpPr>
          <p:cNvPr id="5" name="Footer Placeholder 4">
            <a:extLst>
              <a:ext uri="{FF2B5EF4-FFF2-40B4-BE49-F238E27FC236}">
                <a16:creationId xmlns:a16="http://schemas.microsoft.com/office/drawing/2014/main" id="{EC68A45D-5B84-AC80-A558-6AB23F849F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6DD58-BC56-ECF1-9D29-23794374CCC1}"/>
              </a:ext>
            </a:extLst>
          </p:cNvPr>
          <p:cNvSpPr>
            <a:spLocks noGrp="1"/>
          </p:cNvSpPr>
          <p:nvPr>
            <p:ph type="sldNum" sz="quarter" idx="12"/>
          </p:nvPr>
        </p:nvSpPr>
        <p:spPr/>
        <p:txBody>
          <a:bodyPr/>
          <a:lstStyle/>
          <a:p>
            <a:fld id="{7528F216-90DF-40B6-91E9-BA078ED1825D}" type="slidenum">
              <a:rPr lang="en-US" smtClean="0"/>
              <a:t>‹#›</a:t>
            </a:fld>
            <a:endParaRPr lang="en-US"/>
          </a:p>
        </p:txBody>
      </p:sp>
    </p:spTree>
    <p:extLst>
      <p:ext uri="{BB962C8B-B14F-4D97-AF65-F5344CB8AC3E}">
        <p14:creationId xmlns:p14="http://schemas.microsoft.com/office/powerpoint/2010/main" val="894823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49A99A-1BBC-1848-F382-5F2384662D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EC41E8-2314-2C04-B6A0-03160B914D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013F87-C175-9760-B2A9-6AD1FEE267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C4571D-DD70-4C5A-BA18-2BE55F359E3F}" type="datetimeFigureOut">
              <a:rPr lang="en-US" smtClean="0"/>
              <a:t>2/23/2025</a:t>
            </a:fld>
            <a:endParaRPr lang="en-US"/>
          </a:p>
        </p:txBody>
      </p:sp>
      <p:sp>
        <p:nvSpPr>
          <p:cNvPr id="5" name="Footer Placeholder 4">
            <a:extLst>
              <a:ext uri="{FF2B5EF4-FFF2-40B4-BE49-F238E27FC236}">
                <a16:creationId xmlns:a16="http://schemas.microsoft.com/office/drawing/2014/main" id="{E2057DC1-D523-7FF6-78EE-317718A796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10DCEC-3FD7-EC3A-8EB4-EA0331B14C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28F216-90DF-40B6-91E9-BA078ED1825D}" type="slidenum">
              <a:rPr lang="en-US" smtClean="0"/>
              <a:t>‹#›</a:t>
            </a:fld>
            <a:endParaRPr lang="en-US"/>
          </a:p>
        </p:txBody>
      </p:sp>
    </p:spTree>
    <p:extLst>
      <p:ext uri="{BB962C8B-B14F-4D97-AF65-F5344CB8AC3E}">
        <p14:creationId xmlns:p14="http://schemas.microsoft.com/office/powerpoint/2010/main" val="461493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cloudflare.com/learning/ssl/what-is-a-cryptographic-key/" TargetMode="External"/><Relationship Id="rId2" Type="http://schemas.openxmlformats.org/officeDocument/2006/relationships/hyperlink" Target="https://www.nist.gov/cyberframework" TargetMode="External"/><Relationship Id="rId1" Type="http://schemas.openxmlformats.org/officeDocument/2006/relationships/slideLayout" Target="../slideLayouts/slideLayout2.xml"/><Relationship Id="rId5" Type="http://schemas.openxmlformats.org/officeDocument/2006/relationships/hyperlink" Target="https://redriver.com/security/target-data-breach#:~:text=What%20Happened%20During%20the%20Target,was%20one%20of%20the%20largest" TargetMode="External"/><Relationship Id="rId4" Type="http://schemas.openxmlformats.org/officeDocument/2006/relationships/hyperlink" Target="https://www.cloudflare.com/learning/ssl/transport-layer-security-t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adlock on computer motherboard">
            <a:extLst>
              <a:ext uri="{FF2B5EF4-FFF2-40B4-BE49-F238E27FC236}">
                <a16:creationId xmlns:a16="http://schemas.microsoft.com/office/drawing/2014/main" id="{E6852CCE-142D-F037-277B-1D234185D674}"/>
              </a:ext>
            </a:extLst>
          </p:cNvPr>
          <p:cNvPicPr>
            <a:picLocks noChangeAspect="1"/>
          </p:cNvPicPr>
          <p:nvPr/>
        </p:nvPicPr>
        <p:blipFill>
          <a:blip r:embed="rId2">
            <a:alphaModFix/>
          </a:blip>
          <a:srcRect b="15730"/>
          <a:stretch/>
        </p:blipFill>
        <p:spPr>
          <a:xfrm>
            <a:off x="20" y="10"/>
            <a:ext cx="12191979" cy="6857990"/>
          </a:xfrm>
          <a:prstGeom prst="rect">
            <a:avLst/>
          </a:prstGeom>
        </p:spPr>
      </p:pic>
      <p:sp>
        <p:nvSpPr>
          <p:cNvPr id="9" name="Rectangle 8">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AE399-1285-F4B5-4C55-31B4F30D0649}"/>
              </a:ext>
            </a:extLst>
          </p:cNvPr>
          <p:cNvSpPr>
            <a:spLocks noGrp="1"/>
          </p:cNvSpPr>
          <p:nvPr>
            <p:ph type="ctrTitle"/>
          </p:nvPr>
        </p:nvSpPr>
        <p:spPr>
          <a:xfrm>
            <a:off x="762000" y="1137434"/>
            <a:ext cx="7800660" cy="1520987"/>
          </a:xfrm>
        </p:spPr>
        <p:txBody>
          <a:bodyPr anchor="t">
            <a:normAutofit/>
          </a:bodyPr>
          <a:lstStyle/>
          <a:p>
            <a:pPr algn="l"/>
            <a:r>
              <a:rPr lang="en-US" sz="4000">
                <a:solidFill>
                  <a:srgbClr val="FFFFFF"/>
                </a:solidFill>
                <a:latin typeface="Times New Roman" panose="02020603050405020304" pitchFamily="18" charset="0"/>
                <a:cs typeface="Times New Roman" panose="02020603050405020304" pitchFamily="18" charset="0"/>
              </a:rPr>
              <a:t>Cracking the Code! Keeping Secrets Safe</a:t>
            </a:r>
          </a:p>
        </p:txBody>
      </p:sp>
      <p:sp>
        <p:nvSpPr>
          <p:cNvPr id="11" name="Rectangle 10">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E3CDC257-E247-49FF-3173-1D204F74383E}"/>
              </a:ext>
            </a:extLst>
          </p:cNvPr>
          <p:cNvSpPr>
            <a:spLocks noGrp="1"/>
          </p:cNvSpPr>
          <p:nvPr>
            <p:ph type="subTitle" idx="1"/>
          </p:nvPr>
        </p:nvSpPr>
        <p:spPr>
          <a:xfrm>
            <a:off x="838200" y="4293441"/>
            <a:ext cx="6295332" cy="1588514"/>
          </a:xfrm>
        </p:spPr>
        <p:txBody>
          <a:bodyPr anchor="b">
            <a:normAutofit/>
          </a:bodyPr>
          <a:lstStyle/>
          <a:p>
            <a:pPr algn="l"/>
            <a:r>
              <a:rPr lang="en-US" dirty="0">
                <a:solidFill>
                  <a:srgbClr val="FFFFFF"/>
                </a:solidFill>
                <a:latin typeface="Times New Roman" panose="02020603050405020304" pitchFamily="18" charset="0"/>
                <a:cs typeface="Times New Roman" panose="02020603050405020304" pitchFamily="18" charset="0"/>
              </a:rPr>
              <a:t>By: Marcus Jackson</a:t>
            </a:r>
          </a:p>
          <a:p>
            <a:pPr algn="l"/>
            <a:r>
              <a:rPr lang="en-US" dirty="0">
                <a:solidFill>
                  <a:srgbClr val="FFFFFF"/>
                </a:solidFill>
                <a:latin typeface="Times New Roman" panose="02020603050405020304" pitchFamily="18" charset="0"/>
                <a:cs typeface="Times New Roman" panose="02020603050405020304" pitchFamily="18" charset="0"/>
              </a:rPr>
              <a:t>CTEC 445-101</a:t>
            </a:r>
          </a:p>
          <a:p>
            <a:pPr algn="l"/>
            <a:r>
              <a:rPr lang="en-US" dirty="0">
                <a:solidFill>
                  <a:srgbClr val="FFFFFF"/>
                </a:solidFill>
                <a:latin typeface="Times New Roman" panose="02020603050405020304" pitchFamily="18" charset="0"/>
                <a:cs typeface="Times New Roman" panose="02020603050405020304" pitchFamily="18" charset="0"/>
              </a:rPr>
              <a:t>Date: 2/23/25</a:t>
            </a:r>
          </a:p>
        </p:txBody>
      </p:sp>
      <p:cxnSp>
        <p:nvCxnSpPr>
          <p:cNvPr id="13" name="Straight Connector 12">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4982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44905B-B885-49A5-9385-2B9586F543E4}"/>
              </a:ext>
            </a:extLst>
          </p:cNvPr>
          <p:cNvSpPr>
            <a:spLocks noGrp="1"/>
          </p:cNvSpPr>
          <p:nvPr>
            <p:ph type="title"/>
          </p:nvPr>
        </p:nvSpPr>
        <p:spPr>
          <a:xfrm>
            <a:off x="6803409" y="762001"/>
            <a:ext cx="4156512" cy="1708244"/>
          </a:xfrm>
        </p:spPr>
        <p:txBody>
          <a:bodyPr anchor="ctr">
            <a:normAutofit/>
          </a:bodyPr>
          <a:lstStyle/>
          <a:p>
            <a:r>
              <a:rPr lang="en-US" sz="4000">
                <a:latin typeface="Times New Roman" panose="02020603050405020304" pitchFamily="18" charset="0"/>
                <a:cs typeface="Times New Roman" panose="02020603050405020304" pitchFamily="18" charset="0"/>
              </a:rPr>
              <a:t>What is Cryptography?</a:t>
            </a:r>
          </a:p>
        </p:txBody>
      </p:sp>
      <p:pic>
        <p:nvPicPr>
          <p:cNvPr id="28" name="Picture 27" descr="Computer script on a screen">
            <a:extLst>
              <a:ext uri="{FF2B5EF4-FFF2-40B4-BE49-F238E27FC236}">
                <a16:creationId xmlns:a16="http://schemas.microsoft.com/office/drawing/2014/main" id="{8B32F578-881F-536C-5BC3-69DEAA7D96E1}"/>
              </a:ext>
            </a:extLst>
          </p:cNvPr>
          <p:cNvPicPr>
            <a:picLocks noChangeAspect="1"/>
          </p:cNvPicPr>
          <p:nvPr/>
        </p:nvPicPr>
        <p:blipFill>
          <a:blip r:embed="rId2"/>
          <a:srcRect l="447" r="40219" b="-2"/>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8912679D-DF32-9CF1-F75E-C76B43D3140D}"/>
              </a:ext>
            </a:extLst>
          </p:cNvPr>
          <p:cNvSpPr>
            <a:spLocks noGrp="1"/>
          </p:cNvSpPr>
          <p:nvPr>
            <p:ph idx="1"/>
          </p:nvPr>
        </p:nvSpPr>
        <p:spPr>
          <a:xfrm>
            <a:off x="6803409" y="2470245"/>
            <a:ext cx="4156512" cy="3769835"/>
          </a:xfrm>
        </p:spPr>
        <p:txBody>
          <a:bodyPr anchor="ctr">
            <a:normAutofit/>
          </a:bodyPr>
          <a:lstStyle/>
          <a:p>
            <a:r>
              <a:rPr lang="en-US" sz="2000">
                <a:latin typeface="Times New Roman" panose="02020603050405020304" pitchFamily="18" charset="0"/>
                <a:cs typeface="Times New Roman" panose="02020603050405020304" pitchFamily="18" charset="0"/>
              </a:rPr>
              <a:t>Cryptography is the process of generating secret codes to protect messages from prying eyes.  It is how we safeguard our data when we transfer it across the internet.</a:t>
            </a:r>
          </a:p>
        </p:txBody>
      </p:sp>
    </p:spTree>
    <p:extLst>
      <p:ext uri="{BB962C8B-B14F-4D97-AF65-F5344CB8AC3E}">
        <p14:creationId xmlns:p14="http://schemas.microsoft.com/office/powerpoint/2010/main" val="1132634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A65520-08AD-3104-C279-98689D28E9FB}"/>
              </a:ext>
            </a:extLst>
          </p:cNvPr>
          <p:cNvSpPr>
            <a:spLocks noGrp="1"/>
          </p:cNvSpPr>
          <p:nvPr>
            <p:ph type="title"/>
          </p:nvPr>
        </p:nvSpPr>
        <p:spPr>
          <a:xfrm>
            <a:off x="6803409" y="762001"/>
            <a:ext cx="4156512" cy="1708244"/>
          </a:xfrm>
        </p:spPr>
        <p:txBody>
          <a:bodyPr anchor="ctr">
            <a:normAutofit/>
          </a:bodyPr>
          <a:lstStyle/>
          <a:p>
            <a:r>
              <a:rPr lang="en-US" sz="3700">
                <a:latin typeface="Times New Roman" panose="02020603050405020304" pitchFamily="18" charset="0"/>
                <a:cs typeface="Times New Roman" panose="02020603050405020304" pitchFamily="18" charset="0"/>
              </a:rPr>
              <a:t>Symmetric Encryption: One Key</a:t>
            </a:r>
          </a:p>
        </p:txBody>
      </p:sp>
      <p:pic>
        <p:nvPicPr>
          <p:cNvPr id="5" name="Picture 4" descr="A closeup of a key and a keyhole">
            <a:extLst>
              <a:ext uri="{FF2B5EF4-FFF2-40B4-BE49-F238E27FC236}">
                <a16:creationId xmlns:a16="http://schemas.microsoft.com/office/drawing/2014/main" id="{A3573D58-0BA1-6DC6-A90B-6D42EEE97C1C}"/>
              </a:ext>
            </a:extLst>
          </p:cNvPr>
          <p:cNvPicPr>
            <a:picLocks noChangeAspect="1"/>
          </p:cNvPicPr>
          <p:nvPr/>
        </p:nvPicPr>
        <p:blipFill>
          <a:blip r:embed="rId2"/>
          <a:srcRect l="40889"/>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A6601962-3BD7-0B3D-3959-158AA666F7A6}"/>
              </a:ext>
            </a:extLst>
          </p:cNvPr>
          <p:cNvSpPr>
            <a:spLocks noGrp="1"/>
          </p:cNvSpPr>
          <p:nvPr>
            <p:ph idx="1"/>
          </p:nvPr>
        </p:nvSpPr>
        <p:spPr>
          <a:xfrm>
            <a:off x="6803409" y="2470245"/>
            <a:ext cx="4156512" cy="3769835"/>
          </a:xfrm>
        </p:spPr>
        <p:txBody>
          <a:bodyPr anchor="ctr">
            <a:normAutofit/>
          </a:bodyPr>
          <a:lstStyle/>
          <a:p>
            <a:pPr marL="0" indent="0">
              <a:buNone/>
            </a:pPr>
            <a:r>
              <a:rPr lang="en-US" sz="2000">
                <a:latin typeface="Times New Roman" panose="02020603050405020304" pitchFamily="18" charset="0"/>
                <a:cs typeface="Times New Roman" panose="02020603050405020304" pitchFamily="18" charset="0"/>
              </a:rPr>
              <a:t>Symmetric Encryption Overview</a:t>
            </a:r>
          </a:p>
          <a:p>
            <a:pPr marL="0" indent="0">
              <a:buNone/>
            </a:pPr>
            <a:r>
              <a:rPr lang="en-US" sz="2000">
                <a:latin typeface="Times New Roman" panose="02020603050405020304" pitchFamily="18" charset="0"/>
                <a:cs typeface="Times New Roman" panose="02020603050405020304" pitchFamily="18" charset="0"/>
              </a:rPr>
              <a:t>• Locks and unlocks messages using same key.</a:t>
            </a:r>
          </a:p>
          <a:p>
            <a:pPr marL="0" indent="0">
              <a:buNone/>
            </a:pPr>
            <a:r>
              <a:rPr lang="en-US" sz="2000">
                <a:latin typeface="Times New Roman" panose="02020603050405020304" pitchFamily="18" charset="0"/>
                <a:cs typeface="Times New Roman" panose="02020603050405020304" pitchFamily="18" charset="0"/>
              </a:rPr>
              <a:t>• Similar to standard lock and key.</a:t>
            </a:r>
          </a:p>
          <a:p>
            <a:pPr marL="0" indent="0">
              <a:buNone/>
            </a:pPr>
            <a:r>
              <a:rPr lang="en-US" sz="2000">
                <a:latin typeface="Times New Roman" panose="02020603050405020304" pitchFamily="18" charset="0"/>
                <a:cs typeface="Times New Roman" panose="02020603050405020304" pitchFamily="18" charset="0"/>
              </a:rPr>
              <a:t>• Both sender and recipient require same key.</a:t>
            </a:r>
          </a:p>
          <a:p>
            <a:pPr marL="0" indent="0">
              <a:buNone/>
            </a:pPr>
            <a:endParaRPr lang="en-US" sz="2000">
              <a:latin typeface="Times New Roman" panose="02020603050405020304" pitchFamily="18" charset="0"/>
              <a:cs typeface="Times New Roman" panose="02020603050405020304" pitchFamily="18" charset="0"/>
            </a:endParaRPr>
          </a:p>
          <a:p>
            <a:pPr marL="0" indent="0">
              <a:buNone/>
            </a:pPr>
            <a:r>
              <a:rPr lang="en-US" sz="2000">
                <a:latin typeface="Times New Roman" panose="02020603050405020304" pitchFamily="18" charset="0"/>
                <a:cs typeface="Times New Roman" panose="02020603050405020304" pitchFamily="18" charset="0"/>
              </a:rPr>
              <a:t>Ex. Imagine you and your friend have a special code word. You use it to write secret notes to each other.</a:t>
            </a:r>
          </a:p>
        </p:txBody>
      </p:sp>
    </p:spTree>
    <p:extLst>
      <p:ext uri="{BB962C8B-B14F-4D97-AF65-F5344CB8AC3E}">
        <p14:creationId xmlns:p14="http://schemas.microsoft.com/office/powerpoint/2010/main" val="4015106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igital padlock art">
            <a:extLst>
              <a:ext uri="{FF2B5EF4-FFF2-40B4-BE49-F238E27FC236}">
                <a16:creationId xmlns:a16="http://schemas.microsoft.com/office/drawing/2014/main" id="{FC294590-4660-E720-69A4-CBAC97D620F5}"/>
              </a:ext>
            </a:extLst>
          </p:cNvPr>
          <p:cNvPicPr>
            <a:picLocks noChangeAspect="1"/>
          </p:cNvPicPr>
          <p:nvPr/>
        </p:nvPicPr>
        <p:blipFill>
          <a:blip r:embed="rId2"/>
          <a:srcRect l="184" r="34556" b="-2"/>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0BE45B-A039-8362-E06A-A8967CEA2757}"/>
              </a:ext>
            </a:extLst>
          </p:cNvPr>
          <p:cNvSpPr>
            <a:spLocks noGrp="1"/>
          </p:cNvSpPr>
          <p:nvPr>
            <p:ph type="title"/>
          </p:nvPr>
        </p:nvSpPr>
        <p:spPr>
          <a:xfrm>
            <a:off x="761801" y="328512"/>
            <a:ext cx="4778387" cy="1628970"/>
          </a:xfrm>
        </p:spPr>
        <p:txBody>
          <a:bodyPr anchor="ctr">
            <a:normAutofit/>
          </a:bodyPr>
          <a:lstStyle/>
          <a:p>
            <a:r>
              <a:rPr lang="en-US" sz="4000">
                <a:latin typeface="Times New Roman" panose="02020603050405020304" pitchFamily="18" charset="0"/>
                <a:cs typeface="Times New Roman" panose="02020603050405020304" pitchFamily="18" charset="0"/>
              </a:rPr>
              <a:t>Asymmetric Encryption: Two Keys</a:t>
            </a:r>
          </a:p>
        </p:txBody>
      </p:sp>
      <p:sp>
        <p:nvSpPr>
          <p:cNvPr id="3" name="Content Placeholder 2">
            <a:extLst>
              <a:ext uri="{FF2B5EF4-FFF2-40B4-BE49-F238E27FC236}">
                <a16:creationId xmlns:a16="http://schemas.microsoft.com/office/drawing/2014/main" id="{14CA42A9-3F98-360C-05D0-5192D03AD8F7}"/>
              </a:ext>
            </a:extLst>
          </p:cNvPr>
          <p:cNvSpPr>
            <a:spLocks noGrp="1"/>
          </p:cNvSpPr>
          <p:nvPr>
            <p:ph idx="1"/>
          </p:nvPr>
        </p:nvSpPr>
        <p:spPr>
          <a:xfrm>
            <a:off x="761801" y="2884929"/>
            <a:ext cx="4659756" cy="3374137"/>
          </a:xfrm>
        </p:spPr>
        <p:txBody>
          <a:bodyPr anchor="ctr">
            <a:normAutofit/>
          </a:bodyPr>
          <a:lstStyle/>
          <a:p>
            <a:pPr marL="0" indent="0">
              <a:buNone/>
            </a:pPr>
            <a:r>
              <a:rPr lang="en-US" sz="1700">
                <a:latin typeface="Times New Roman" panose="02020603050405020304" pitchFamily="18" charset="0"/>
                <a:cs typeface="Times New Roman" panose="02020603050405020304" pitchFamily="18" charset="0"/>
              </a:rPr>
              <a:t>Two Keys: Public and Private!</a:t>
            </a:r>
          </a:p>
          <a:p>
            <a:pPr marL="0" indent="0">
              <a:buNone/>
            </a:pPr>
            <a:endParaRPr lang="en-US" sz="1700">
              <a:latin typeface="Times New Roman" panose="02020603050405020304" pitchFamily="18" charset="0"/>
              <a:cs typeface="Times New Roman" panose="02020603050405020304" pitchFamily="18" charset="0"/>
            </a:endParaRPr>
          </a:p>
          <a:p>
            <a:pPr marL="0" indent="0">
              <a:buNone/>
            </a:pPr>
            <a:r>
              <a:rPr lang="en-US" sz="1700">
                <a:latin typeface="Times New Roman" panose="02020603050405020304" pitchFamily="18" charset="0"/>
                <a:cs typeface="Times New Roman" panose="02020603050405020304" pitchFamily="18" charset="0"/>
              </a:rPr>
              <a:t>• Uses public and private keys.</a:t>
            </a:r>
          </a:p>
          <a:p>
            <a:pPr marL="0" indent="0">
              <a:buNone/>
            </a:pPr>
            <a:r>
              <a:rPr lang="en-US" sz="1700">
                <a:latin typeface="Times New Roman" panose="02020603050405020304" pitchFamily="18" charset="0"/>
                <a:cs typeface="Times New Roman" panose="02020603050405020304" pitchFamily="18" charset="0"/>
              </a:rPr>
              <a:t>• Public key: Unlocked padlock.</a:t>
            </a:r>
          </a:p>
          <a:p>
            <a:pPr marL="0" indent="0">
              <a:buNone/>
            </a:pPr>
            <a:r>
              <a:rPr lang="en-US" sz="1700">
                <a:latin typeface="Times New Roman" panose="02020603050405020304" pitchFamily="18" charset="0"/>
                <a:cs typeface="Times New Roman" panose="02020603050405020304" pitchFamily="18" charset="0"/>
              </a:rPr>
              <a:t>• Private key: Only key opens specific padlock.</a:t>
            </a:r>
          </a:p>
          <a:p>
            <a:pPr marL="0" indent="0">
              <a:buNone/>
            </a:pPr>
            <a:endParaRPr lang="en-US" sz="1700">
              <a:latin typeface="Times New Roman" panose="02020603050405020304" pitchFamily="18" charset="0"/>
              <a:cs typeface="Times New Roman" panose="02020603050405020304" pitchFamily="18" charset="0"/>
            </a:endParaRPr>
          </a:p>
          <a:p>
            <a:pPr marL="0" indent="0">
              <a:buNone/>
            </a:pPr>
            <a:r>
              <a:rPr lang="en-US" sz="1700">
                <a:latin typeface="Times New Roman" panose="02020603050405020304" pitchFamily="18" charset="0"/>
                <a:cs typeface="Times New Roman" panose="02020603050405020304" pitchFamily="18" charset="0"/>
              </a:rPr>
              <a:t>Ex. Imagine you put your message in a special box and lock it with your friend's public padlock. Only your friend has the private key to open it.</a:t>
            </a:r>
          </a:p>
        </p:txBody>
      </p:sp>
    </p:spTree>
    <p:extLst>
      <p:ext uri="{BB962C8B-B14F-4D97-AF65-F5344CB8AC3E}">
        <p14:creationId xmlns:p14="http://schemas.microsoft.com/office/powerpoint/2010/main" val="3593556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361487-08BD-03FE-CBE2-D454DA1B3346}"/>
              </a:ext>
            </a:extLst>
          </p:cNvPr>
          <p:cNvSpPr>
            <a:spLocks noGrp="1"/>
          </p:cNvSpPr>
          <p:nvPr>
            <p:ph type="title"/>
          </p:nvPr>
        </p:nvSpPr>
        <p:spPr>
          <a:xfrm>
            <a:off x="761803" y="350196"/>
            <a:ext cx="4646904" cy="1624520"/>
          </a:xfrm>
        </p:spPr>
        <p:txBody>
          <a:bodyPr anchor="ctr">
            <a:normAutofit/>
          </a:bodyPr>
          <a:lstStyle/>
          <a:p>
            <a:r>
              <a:rPr lang="en-US" sz="4000">
                <a:latin typeface="Times New Roman" panose="02020603050405020304" pitchFamily="18" charset="0"/>
                <a:cs typeface="Times New Roman" panose="02020603050405020304" pitchFamily="18" charset="0"/>
              </a:rPr>
              <a:t>Key Exchange: Sharing the Secret</a:t>
            </a:r>
          </a:p>
        </p:txBody>
      </p:sp>
      <p:sp>
        <p:nvSpPr>
          <p:cNvPr id="3" name="Content Placeholder 2">
            <a:extLst>
              <a:ext uri="{FF2B5EF4-FFF2-40B4-BE49-F238E27FC236}">
                <a16:creationId xmlns:a16="http://schemas.microsoft.com/office/drawing/2014/main" id="{652FBF63-95A7-29E4-BF8F-9668A0BB2E6C}"/>
              </a:ext>
            </a:extLst>
          </p:cNvPr>
          <p:cNvSpPr>
            <a:spLocks noGrp="1"/>
          </p:cNvSpPr>
          <p:nvPr>
            <p:ph idx="1"/>
          </p:nvPr>
        </p:nvSpPr>
        <p:spPr>
          <a:xfrm>
            <a:off x="761802" y="2743200"/>
            <a:ext cx="4646905" cy="3613149"/>
          </a:xfrm>
        </p:spPr>
        <p:txBody>
          <a:bodyPr anchor="ctr">
            <a:normAutofit/>
          </a:bodyPr>
          <a:lstStyle/>
          <a:p>
            <a:r>
              <a:rPr lang="en-US" sz="2000">
                <a:latin typeface="Times New Roman" panose="02020603050405020304" pitchFamily="18" charset="0"/>
                <a:cs typeface="Times New Roman" panose="02020603050405020304" pitchFamily="18" charset="0"/>
              </a:rPr>
              <a:t>Safe sharing of secret keys, especially for symmetric encryption.</a:t>
            </a:r>
          </a:p>
          <a:p>
            <a:r>
              <a:rPr lang="en-US" sz="2000">
                <a:latin typeface="Times New Roman" panose="02020603050405020304" pitchFamily="18" charset="0"/>
                <a:cs typeface="Times New Roman" panose="02020603050405020304" pitchFamily="18" charset="0"/>
              </a:rPr>
              <a:t>Similar to passing notes in class.</a:t>
            </a:r>
          </a:p>
          <a:p>
            <a:r>
              <a:rPr lang="en-US" sz="2000">
                <a:latin typeface="Times New Roman" panose="02020603050405020304" pitchFamily="18" charset="0"/>
                <a:cs typeface="Times New Roman" panose="02020603050405020304" pitchFamily="18" charset="0"/>
              </a:rPr>
              <a:t>Utilizes special math tricks online.</a:t>
            </a:r>
          </a:p>
        </p:txBody>
      </p:sp>
      <p:pic>
        <p:nvPicPr>
          <p:cNvPr id="5" name="Picture 4" descr="Different types of keys">
            <a:extLst>
              <a:ext uri="{FF2B5EF4-FFF2-40B4-BE49-F238E27FC236}">
                <a16:creationId xmlns:a16="http://schemas.microsoft.com/office/drawing/2014/main" id="{4CC2DE6F-C834-5B89-1306-928D78ECB234}"/>
              </a:ext>
            </a:extLst>
          </p:cNvPr>
          <p:cNvPicPr>
            <a:picLocks noChangeAspect="1"/>
          </p:cNvPicPr>
          <p:nvPr/>
        </p:nvPicPr>
        <p:blipFill>
          <a:blip r:embed="rId2"/>
          <a:srcRect l="18867" r="23958" b="1"/>
          <a:stretch/>
        </p:blipFill>
        <p:spPr>
          <a:xfrm>
            <a:off x="6096000" y="1"/>
            <a:ext cx="6102825" cy="6858000"/>
          </a:xfrm>
          <a:prstGeom prst="rect">
            <a:avLst/>
          </a:prstGeom>
        </p:spPr>
      </p:pic>
    </p:spTree>
    <p:extLst>
      <p:ext uri="{BB962C8B-B14F-4D97-AF65-F5344CB8AC3E}">
        <p14:creationId xmlns:p14="http://schemas.microsoft.com/office/powerpoint/2010/main" val="2524386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871E4-293A-D2B1-A944-4EEE7360B943}"/>
              </a:ext>
            </a:extLst>
          </p:cNvPr>
          <p:cNvSpPr>
            <a:spLocks noGrp="1"/>
          </p:cNvSpPr>
          <p:nvPr>
            <p:ph type="title"/>
          </p:nvPr>
        </p:nvSpPr>
        <p:spPr>
          <a:xfrm>
            <a:off x="8079978" y="741391"/>
            <a:ext cx="3369234" cy="1616203"/>
          </a:xfrm>
        </p:spPr>
        <p:txBody>
          <a:bodyPr anchor="b">
            <a:normAutofit/>
          </a:bodyPr>
          <a:lstStyle/>
          <a:p>
            <a:r>
              <a:rPr lang="en-US" sz="3200">
                <a:latin typeface="Times New Roman" panose="02020603050405020304" pitchFamily="18" charset="0"/>
                <a:cs typeface="Times New Roman" panose="02020603050405020304" pitchFamily="18" charset="0"/>
              </a:rPr>
              <a:t>Digital Signatures: It's Really Me!</a:t>
            </a:r>
          </a:p>
        </p:txBody>
      </p:sp>
      <p:pic>
        <p:nvPicPr>
          <p:cNvPr id="5" name="Picture 4" descr="Pen placed on top of a signature line">
            <a:extLst>
              <a:ext uri="{FF2B5EF4-FFF2-40B4-BE49-F238E27FC236}">
                <a16:creationId xmlns:a16="http://schemas.microsoft.com/office/drawing/2014/main" id="{40DD0204-418F-0057-8807-5357DF55AAAB}"/>
              </a:ext>
            </a:extLst>
          </p:cNvPr>
          <p:cNvPicPr>
            <a:picLocks noChangeAspect="1"/>
          </p:cNvPicPr>
          <p:nvPr/>
        </p:nvPicPr>
        <p:blipFill>
          <a:blip r:embed="rId2"/>
          <a:srcRect l="28070" r="-1" b="-1"/>
          <a:stretch/>
        </p:blipFill>
        <p:spPr>
          <a:xfrm>
            <a:off x="20" y="10"/>
            <a:ext cx="7390243" cy="6857990"/>
          </a:xfrm>
          <a:prstGeom prst="rect">
            <a:avLst/>
          </a:prstGeom>
        </p:spPr>
      </p:pic>
      <p:sp>
        <p:nvSpPr>
          <p:cNvPr id="9" name="Rectangle 8">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Content Placeholder 2">
            <a:extLst>
              <a:ext uri="{FF2B5EF4-FFF2-40B4-BE49-F238E27FC236}">
                <a16:creationId xmlns:a16="http://schemas.microsoft.com/office/drawing/2014/main" id="{8C45D5CC-C2D7-394F-138D-EA2348949446}"/>
              </a:ext>
            </a:extLst>
          </p:cNvPr>
          <p:cNvSpPr>
            <a:spLocks noGrp="1"/>
          </p:cNvSpPr>
          <p:nvPr>
            <p:ph idx="1"/>
          </p:nvPr>
        </p:nvSpPr>
        <p:spPr>
          <a:xfrm>
            <a:off x="8079978" y="2533476"/>
            <a:ext cx="3369234" cy="3447832"/>
          </a:xfrm>
        </p:spPr>
        <p:txBody>
          <a:bodyPr anchor="t">
            <a:normAutofit/>
          </a:bodyPr>
          <a:lstStyle/>
          <a:p>
            <a:r>
              <a:rPr lang="en-US" sz="2000">
                <a:latin typeface="Times New Roman" panose="02020603050405020304" pitchFamily="18" charset="0"/>
                <a:cs typeface="Times New Roman" panose="02020603050405020304" pitchFamily="18" charset="0"/>
              </a:rPr>
              <a:t>Functions similarly to a stamp to verify message authenticity.</a:t>
            </a:r>
          </a:p>
          <a:p>
            <a:r>
              <a:rPr lang="en-US" sz="2000">
                <a:latin typeface="Times New Roman" panose="02020603050405020304" pitchFamily="18" charset="0"/>
                <a:cs typeface="Times New Roman" panose="02020603050405020304" pitchFamily="18" charset="0"/>
              </a:rPr>
              <a:t>Uses math for secure signing.</a:t>
            </a:r>
          </a:p>
        </p:txBody>
      </p:sp>
    </p:spTree>
    <p:extLst>
      <p:ext uri="{BB962C8B-B14F-4D97-AF65-F5344CB8AC3E}">
        <p14:creationId xmlns:p14="http://schemas.microsoft.com/office/powerpoint/2010/main" val="816502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E7CDDF-461B-260B-E42D-2E458246B59E}"/>
              </a:ext>
            </a:extLst>
          </p:cNvPr>
          <p:cNvSpPr>
            <a:spLocks noGrp="1"/>
          </p:cNvSpPr>
          <p:nvPr>
            <p:ph type="title"/>
          </p:nvPr>
        </p:nvSpPr>
        <p:spPr>
          <a:xfrm>
            <a:off x="761803" y="350196"/>
            <a:ext cx="4646904" cy="1624520"/>
          </a:xfrm>
        </p:spPr>
        <p:txBody>
          <a:bodyPr anchor="ctr">
            <a:normAutofit/>
          </a:bodyPr>
          <a:lstStyle/>
          <a:p>
            <a:r>
              <a:rPr lang="en-US" sz="4000">
                <a:latin typeface="Times New Roman" panose="02020603050405020304" pitchFamily="18" charset="0"/>
                <a:cs typeface="Times New Roman" panose="02020603050405020304" pitchFamily="18" charset="0"/>
              </a:rPr>
              <a:t>TLS: Keeping the Internet Safe</a:t>
            </a:r>
          </a:p>
        </p:txBody>
      </p:sp>
      <p:sp>
        <p:nvSpPr>
          <p:cNvPr id="3" name="Content Placeholder 2">
            <a:extLst>
              <a:ext uri="{FF2B5EF4-FFF2-40B4-BE49-F238E27FC236}">
                <a16:creationId xmlns:a16="http://schemas.microsoft.com/office/drawing/2014/main" id="{410035DE-4094-92E5-FFE7-BFC19009A00C}"/>
              </a:ext>
            </a:extLst>
          </p:cNvPr>
          <p:cNvSpPr>
            <a:spLocks noGrp="1"/>
          </p:cNvSpPr>
          <p:nvPr>
            <p:ph idx="1"/>
          </p:nvPr>
        </p:nvSpPr>
        <p:spPr>
          <a:xfrm>
            <a:off x="761802" y="2743200"/>
            <a:ext cx="4646905" cy="3613149"/>
          </a:xfrm>
        </p:spPr>
        <p:txBody>
          <a:bodyPr anchor="ctr">
            <a:normAutofit/>
          </a:bodyPr>
          <a:lstStyle/>
          <a:p>
            <a:pPr marL="0" indent="0">
              <a:buNone/>
            </a:pPr>
            <a:r>
              <a:rPr lang="en-US" sz="2000">
                <a:latin typeface="Times New Roman" panose="02020603050405020304" pitchFamily="18" charset="0"/>
                <a:cs typeface="Times New Roman" panose="02020603050405020304" pitchFamily="18" charset="0"/>
              </a:rPr>
              <a:t>TLS: Internet Connection Bodyguard.</a:t>
            </a:r>
          </a:p>
          <a:p>
            <a:pPr marL="0" indent="0">
              <a:buNone/>
            </a:pPr>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Uses encryption for data protection.</a:t>
            </a:r>
          </a:p>
          <a:p>
            <a:r>
              <a:rPr lang="en-US" sz="2000">
                <a:latin typeface="Times New Roman" panose="02020603050405020304" pitchFamily="18" charset="0"/>
                <a:cs typeface="Times New Roman" panose="02020603050405020304" pitchFamily="18" charset="0"/>
              </a:rPr>
              <a:t>Secures online transactions and email conversations.</a:t>
            </a:r>
          </a:p>
          <a:p>
            <a:r>
              <a:rPr lang="en-US" sz="2000">
                <a:latin typeface="Times New Roman" panose="02020603050405020304" pitchFamily="18" charset="0"/>
                <a:cs typeface="Times New Roman" panose="02020603050405020304" pitchFamily="18" charset="0"/>
              </a:rPr>
              <a:t>Identified as "S" in HTTPS.</a:t>
            </a:r>
          </a:p>
        </p:txBody>
      </p:sp>
      <p:pic>
        <p:nvPicPr>
          <p:cNvPr id="5" name="Picture 4" descr="Transparent padlock">
            <a:extLst>
              <a:ext uri="{FF2B5EF4-FFF2-40B4-BE49-F238E27FC236}">
                <a16:creationId xmlns:a16="http://schemas.microsoft.com/office/drawing/2014/main" id="{3A250EDA-27FC-C49D-1AE8-58F1F3F7170F}"/>
              </a:ext>
            </a:extLst>
          </p:cNvPr>
          <p:cNvPicPr>
            <a:picLocks noChangeAspect="1"/>
          </p:cNvPicPr>
          <p:nvPr/>
        </p:nvPicPr>
        <p:blipFill>
          <a:blip r:embed="rId2"/>
          <a:srcRect l="7930" r="33784" b="2"/>
          <a:stretch/>
        </p:blipFill>
        <p:spPr>
          <a:xfrm>
            <a:off x="6096000" y="1"/>
            <a:ext cx="6102825" cy="6858000"/>
          </a:xfrm>
          <a:prstGeom prst="rect">
            <a:avLst/>
          </a:prstGeom>
        </p:spPr>
      </p:pic>
    </p:spTree>
    <p:extLst>
      <p:ext uri="{BB962C8B-B14F-4D97-AF65-F5344CB8AC3E}">
        <p14:creationId xmlns:p14="http://schemas.microsoft.com/office/powerpoint/2010/main" val="2991923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261024-21F2-36B6-85E9-A37047B7F027}"/>
              </a:ext>
            </a:extLst>
          </p:cNvPr>
          <p:cNvSpPr>
            <a:spLocks noGrp="1"/>
          </p:cNvSpPr>
          <p:nvPr>
            <p:ph type="title"/>
          </p:nvPr>
        </p:nvSpPr>
        <p:spPr>
          <a:xfrm>
            <a:off x="761803" y="350196"/>
            <a:ext cx="4646904" cy="1624520"/>
          </a:xfrm>
        </p:spPr>
        <p:txBody>
          <a:bodyPr anchor="ctr">
            <a:normAutofit/>
          </a:bodyPr>
          <a:lstStyle/>
          <a:p>
            <a:r>
              <a:rPr lang="en-US" sz="4000">
                <a:latin typeface="Times New Roman" panose="02020603050405020304" pitchFamily="18" charset="0"/>
                <a:cs typeface="Times New Roman" panose="02020603050405020304" pitchFamily="18" charset="0"/>
              </a:rPr>
              <a:t>Case Study: The Big Oops!</a:t>
            </a:r>
          </a:p>
        </p:txBody>
      </p:sp>
      <p:sp>
        <p:nvSpPr>
          <p:cNvPr id="3" name="Content Placeholder 2">
            <a:extLst>
              <a:ext uri="{FF2B5EF4-FFF2-40B4-BE49-F238E27FC236}">
                <a16:creationId xmlns:a16="http://schemas.microsoft.com/office/drawing/2014/main" id="{844DDA0C-E54A-5688-7789-F0710690275B}"/>
              </a:ext>
            </a:extLst>
          </p:cNvPr>
          <p:cNvSpPr>
            <a:spLocks noGrp="1"/>
          </p:cNvSpPr>
          <p:nvPr>
            <p:ph idx="1"/>
          </p:nvPr>
        </p:nvSpPr>
        <p:spPr>
          <a:xfrm>
            <a:off x="761802" y="2743200"/>
            <a:ext cx="4646905" cy="3613149"/>
          </a:xfrm>
        </p:spPr>
        <p:txBody>
          <a:bodyPr anchor="ctr">
            <a:normAutofit/>
          </a:bodyPr>
          <a:lstStyle/>
          <a:p>
            <a:r>
              <a:rPr lang="en-US" sz="2000">
                <a:latin typeface="Times New Roman" panose="02020603050405020304" pitchFamily="18" charset="0"/>
                <a:cs typeface="Times New Roman" panose="02020603050405020304" pitchFamily="18" charset="0"/>
              </a:rPr>
              <a:t>Target, a large store, has an issue. Hackers discovered a technique to break into their computer systems and steal information such as credit card numbers and names.  It seemed as if someone broke into the store's office and grabbed all of the customer files! This occurred because the store's computers were not adequately safeguarded, much like a door with a very weak lock.</a:t>
            </a:r>
          </a:p>
        </p:txBody>
      </p:sp>
      <p:pic>
        <p:nvPicPr>
          <p:cNvPr id="5" name="Picture 4" descr="Programming data on computer monitor">
            <a:extLst>
              <a:ext uri="{FF2B5EF4-FFF2-40B4-BE49-F238E27FC236}">
                <a16:creationId xmlns:a16="http://schemas.microsoft.com/office/drawing/2014/main" id="{C3340D0E-362D-3855-58D2-6B0132DB5826}"/>
              </a:ext>
            </a:extLst>
          </p:cNvPr>
          <p:cNvPicPr>
            <a:picLocks noChangeAspect="1"/>
          </p:cNvPicPr>
          <p:nvPr/>
        </p:nvPicPr>
        <p:blipFill>
          <a:blip r:embed="rId2"/>
          <a:srcRect l="25272" r="15327" b="-2"/>
          <a:stretch/>
        </p:blipFill>
        <p:spPr>
          <a:xfrm>
            <a:off x="6096000" y="1"/>
            <a:ext cx="6102825" cy="6858000"/>
          </a:xfrm>
          <a:prstGeom prst="rect">
            <a:avLst/>
          </a:prstGeom>
        </p:spPr>
      </p:pic>
    </p:spTree>
    <p:extLst>
      <p:ext uri="{BB962C8B-B14F-4D97-AF65-F5344CB8AC3E}">
        <p14:creationId xmlns:p14="http://schemas.microsoft.com/office/powerpoint/2010/main" val="1744215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B7735-7EC4-4059-750F-0A72B43DA773}"/>
              </a:ext>
            </a:extLst>
          </p:cNvPr>
          <p:cNvSpPr>
            <a:spLocks noGrp="1"/>
          </p:cNvSpPr>
          <p:nvPr>
            <p:ph type="title"/>
          </p:nvPr>
        </p:nvSpPr>
        <p:spPr>
          <a:xfrm>
            <a:off x="762000" y="1138036"/>
            <a:ext cx="4085665" cy="1402470"/>
          </a:xfrm>
        </p:spPr>
        <p:txBody>
          <a:bodyPr anchor="t">
            <a:normAutofit/>
          </a:bodyPr>
          <a:lstStyle/>
          <a:p>
            <a:r>
              <a:rPr lang="en-US" sz="3200">
                <a:latin typeface="Times New Roman" panose="02020603050405020304" pitchFamily="18" charset="0"/>
                <a:cs typeface="Times New Roman" panose="02020603050405020304" pitchFamily="18" charset="0"/>
              </a:rPr>
              <a:t>Fixing the Oops! (Target Case)</a:t>
            </a:r>
          </a:p>
        </p:txBody>
      </p:sp>
      <p:cxnSp>
        <p:nvCxnSpPr>
          <p:cNvPr id="13" name="Straight Connector 12">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0E2CCAF-F839-FBBD-7A7A-FF2AC95CA579}"/>
              </a:ext>
            </a:extLst>
          </p:cNvPr>
          <p:cNvSpPr>
            <a:spLocks noGrp="1"/>
          </p:cNvSpPr>
          <p:nvPr>
            <p:ph idx="1"/>
          </p:nvPr>
        </p:nvSpPr>
        <p:spPr>
          <a:xfrm>
            <a:off x="762000" y="2551176"/>
            <a:ext cx="4085665" cy="3591207"/>
          </a:xfrm>
        </p:spPr>
        <p:txBody>
          <a:bodyPr>
            <a:normAutofit/>
          </a:bodyPr>
          <a:lstStyle/>
          <a:p>
            <a:r>
              <a:rPr lang="en-US" sz="2000">
                <a:latin typeface="Times New Roman" panose="02020603050405020304" pitchFamily="18" charset="0"/>
                <a:cs typeface="Times New Roman" panose="02020603050405020304" pitchFamily="18" charset="0"/>
              </a:rPr>
              <a:t>To prevent the hackers from obtaining information again, Target might have utilized even stronger secret codes and passwords to secure all of the vital facts.  It's like obtaining a super-strong lock for your office door, and only the proper individuals have the key.  If everything is encrypted, the evil guys will be unable to read anything!</a:t>
            </a:r>
          </a:p>
        </p:txBody>
      </p:sp>
      <p:pic>
        <p:nvPicPr>
          <p:cNvPr id="14" name="Picture 13" descr="An open door on a blue wall">
            <a:extLst>
              <a:ext uri="{FF2B5EF4-FFF2-40B4-BE49-F238E27FC236}">
                <a16:creationId xmlns:a16="http://schemas.microsoft.com/office/drawing/2014/main" id="{59660FD0-A831-BE28-509E-2AE4129E2C79}"/>
              </a:ext>
            </a:extLst>
          </p:cNvPr>
          <p:cNvPicPr>
            <a:picLocks noChangeAspect="1"/>
          </p:cNvPicPr>
          <p:nvPr/>
        </p:nvPicPr>
        <p:blipFill>
          <a:blip r:embed="rId2"/>
          <a:srcRect r="40389"/>
          <a:stretch/>
        </p:blipFill>
        <p:spPr>
          <a:xfrm>
            <a:off x="5650992" y="10"/>
            <a:ext cx="6541008" cy="6857990"/>
          </a:xfrm>
          <a:prstGeom prst="rect">
            <a:avLst/>
          </a:prstGeom>
        </p:spPr>
      </p:pic>
    </p:spTree>
    <p:extLst>
      <p:ext uri="{BB962C8B-B14F-4D97-AF65-F5344CB8AC3E}">
        <p14:creationId xmlns:p14="http://schemas.microsoft.com/office/powerpoint/2010/main" val="2096685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3E088-D427-3106-6B82-35FE8E259FB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AE8AD5D1-080A-A4E5-B737-D7B44245E0A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hlinkClick r:id="rId2"/>
              </a:rPr>
              <a:t>https://www.nist.gov/cyberframework</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hlinkClick r:id="rId3"/>
              </a:rPr>
              <a:t>https://www.cloudflare.com/learning/ssl/what-is-a-cryptographic-key/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hlinkClick r:id="rId4"/>
              </a:rPr>
              <a:t>https://www.cloudflare.com/learning/ssl/transport-layer-security-tls/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hlinkClick r:id="rId5"/>
              </a:rPr>
              <a:t>https://redriver.com/security/target-data-breach#:~:text=What%20Happened%20During%20the%20Target,was%20one%20of%20the%20largest</a:t>
            </a:r>
            <a:r>
              <a:rPr lang="en-US"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2875951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478</Words>
  <Application>Microsoft Office PowerPoint</Application>
  <PresentationFormat>Widescreen</PresentationFormat>
  <Paragraphs>43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Cracking the Code! Keeping Secrets Safe</vt:lpstr>
      <vt:lpstr>What is Cryptography?</vt:lpstr>
      <vt:lpstr>Symmetric Encryption: One Key</vt:lpstr>
      <vt:lpstr>Asymmetric Encryption: Two Keys</vt:lpstr>
      <vt:lpstr>Key Exchange: Sharing the Secret</vt:lpstr>
      <vt:lpstr>Digital Signatures: It's Really Me!</vt:lpstr>
      <vt:lpstr>TLS: Keeping the Internet Safe</vt:lpstr>
      <vt:lpstr>Case Study: The Big Oops!</vt:lpstr>
      <vt:lpstr>Fixing the Oops! (Target Case)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Marcus youngwavy</dc:creator>
  <cp:lastModifiedBy>Marcus youngwavy</cp:lastModifiedBy>
  <cp:revision>1</cp:revision>
  <dcterms:created xsi:type="dcterms:W3CDTF">2025-02-24T01:57:33Z</dcterms:created>
  <dcterms:modified xsi:type="dcterms:W3CDTF">2025-02-24T02:28:47Z</dcterms:modified>
</cp:coreProperties>
</file>