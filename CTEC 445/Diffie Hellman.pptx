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4" r:id="rId5"/>
    <p:sldId id="265" r:id="rId6"/>
    <p:sldId id="260" r:id="rId7"/>
    <p:sldId id="266" r:id="rId8"/>
    <p:sldId id="261" r:id="rId9"/>
    <p:sldId id="262"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390BDB-CBC0-47FF-8439-EF1BF4F1C3A1}" v="13" dt="2025-02-16T18:28:42.6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1296" y="2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youngwavy" userId="33438cb5ad7eb8d7" providerId="LiveId" clId="{4D390BDB-CBC0-47FF-8439-EF1BF4F1C3A1}"/>
    <pc:docChg chg="addSld delSld modSld delMainMaster">
      <pc:chgData name="Marcus youngwavy" userId="33438cb5ad7eb8d7" providerId="LiveId" clId="{4D390BDB-CBC0-47FF-8439-EF1BF4F1C3A1}" dt="2025-02-16T18:28:46.244" v="10" actId="2696"/>
      <pc:docMkLst>
        <pc:docMk/>
      </pc:docMkLst>
      <pc:sldChg chg="new del">
        <pc:chgData name="Marcus youngwavy" userId="33438cb5ad7eb8d7" providerId="LiveId" clId="{4D390BDB-CBC0-47FF-8439-EF1BF4F1C3A1}" dt="2025-02-16T18:26:44.211" v="5" actId="2696"/>
        <pc:sldMkLst>
          <pc:docMk/>
          <pc:sldMk cId="1725567171" sldId="256"/>
        </pc:sldMkLst>
      </pc:sldChg>
      <pc:sldChg chg="addSp delSp add del setBg delDesignElem">
        <pc:chgData name="Marcus youngwavy" userId="33438cb5ad7eb8d7" providerId="LiveId" clId="{4D390BDB-CBC0-47FF-8439-EF1BF4F1C3A1}" dt="2025-02-16T18:26:40.410" v="4"/>
        <pc:sldMkLst>
          <pc:docMk/>
          <pc:sldMk cId="1117133578" sldId="257"/>
        </pc:sldMkLst>
        <pc:spChg chg="add del">
          <ac:chgData name="Marcus youngwavy" userId="33438cb5ad7eb8d7" providerId="LiveId" clId="{4D390BDB-CBC0-47FF-8439-EF1BF4F1C3A1}" dt="2025-02-16T18:26:38.372" v="3"/>
          <ac:spMkLst>
            <pc:docMk/>
            <pc:sldMk cId="1117133578" sldId="257"/>
            <ac:spMk id="9" creationId="{FDF8837B-BAE2-489A-8F93-69216307D5A5}"/>
          </ac:spMkLst>
        </pc:spChg>
        <pc:cxnChg chg="add del">
          <ac:chgData name="Marcus youngwavy" userId="33438cb5ad7eb8d7" providerId="LiveId" clId="{4D390BDB-CBC0-47FF-8439-EF1BF4F1C3A1}" dt="2025-02-16T18:26:38.372" v="3"/>
          <ac:cxnSpMkLst>
            <pc:docMk/>
            <pc:sldMk cId="1117133578" sldId="257"/>
            <ac:cxnSpMk id="11" creationId="{B48BEE9B-A2F4-4BF3-9EAD-16E1A7FC2DC6}"/>
          </ac:cxnSpMkLst>
        </pc:cxnChg>
      </pc:sldChg>
      <pc:sldChg chg="add">
        <pc:chgData name="Marcus youngwavy" userId="33438cb5ad7eb8d7" providerId="LiveId" clId="{4D390BDB-CBC0-47FF-8439-EF1BF4F1C3A1}" dt="2025-02-16T18:28:24.958" v="6"/>
        <pc:sldMkLst>
          <pc:docMk/>
          <pc:sldMk cId="1292166948" sldId="262"/>
        </pc:sldMkLst>
      </pc:sldChg>
      <pc:sldChg chg="delSp add del setBg delDesignElem">
        <pc:chgData name="Marcus youngwavy" userId="33438cb5ad7eb8d7" providerId="LiveId" clId="{4D390BDB-CBC0-47FF-8439-EF1BF4F1C3A1}" dt="2025-02-16T18:28:46.244" v="10" actId="2696"/>
        <pc:sldMkLst>
          <pc:docMk/>
          <pc:sldMk cId="2303924619" sldId="263"/>
        </pc:sldMkLst>
        <pc:spChg chg="del">
          <ac:chgData name="Marcus youngwavy" userId="33438cb5ad7eb8d7" providerId="LiveId" clId="{4D390BDB-CBC0-47FF-8439-EF1BF4F1C3A1}" dt="2025-02-16T18:28:30.748" v="8"/>
          <ac:spMkLst>
            <pc:docMk/>
            <pc:sldMk cId="2303924619" sldId="263"/>
            <ac:spMk id="17" creationId="{9401732C-37EE-4B98-A709-9530173F3802}"/>
          </ac:spMkLst>
        </pc:spChg>
        <pc:grpChg chg="del">
          <ac:chgData name="Marcus youngwavy" userId="33438cb5ad7eb8d7" providerId="LiveId" clId="{4D390BDB-CBC0-47FF-8439-EF1BF4F1C3A1}" dt="2025-02-16T18:28:30.748" v="8"/>
          <ac:grpSpMkLst>
            <pc:docMk/>
            <pc:sldMk cId="2303924619" sldId="263"/>
            <ac:grpSpMk id="9" creationId="{749C117F-F390-437B-ADB0-57E87EFF34F5}"/>
          </ac:grpSpMkLst>
        </pc:grpChg>
        <pc:grpChg chg="del">
          <ac:chgData name="Marcus youngwavy" userId="33438cb5ad7eb8d7" providerId="LiveId" clId="{4D390BDB-CBC0-47FF-8439-EF1BF4F1C3A1}" dt="2025-02-16T18:28:30.748" v="8"/>
          <ac:grpSpMkLst>
            <pc:docMk/>
            <pc:sldMk cId="2303924619" sldId="263"/>
            <ac:grpSpMk id="19" creationId="{654E48C8-2A00-4C54-BC9C-B18EE49E9C13}"/>
          </ac:grpSpMkLst>
        </pc:grpChg>
        <pc:cxnChg chg="del">
          <ac:chgData name="Marcus youngwavy" userId="33438cb5ad7eb8d7" providerId="LiveId" clId="{4D390BDB-CBC0-47FF-8439-EF1BF4F1C3A1}" dt="2025-02-16T18:28:30.748" v="8"/>
          <ac:cxnSpMkLst>
            <pc:docMk/>
            <pc:sldMk cId="2303924619" sldId="263"/>
            <ac:cxnSpMk id="15" creationId="{20742BC3-654B-4E41-9A6A-73A42E477639}"/>
          </ac:cxnSpMkLst>
        </pc:cxnChg>
      </pc:sldChg>
      <pc:sldChg chg="add">
        <pc:chgData name="Marcus youngwavy" userId="33438cb5ad7eb8d7" providerId="LiveId" clId="{4D390BDB-CBC0-47FF-8439-EF1BF4F1C3A1}" dt="2025-02-16T18:28:42.622" v="9"/>
        <pc:sldMkLst>
          <pc:docMk/>
          <pc:sldMk cId="2180418003" sldId="267"/>
        </pc:sldMkLst>
      </pc:sldChg>
      <pc:sldMasterChg chg="del delSldLayout">
        <pc:chgData name="Marcus youngwavy" userId="33438cb5ad7eb8d7" providerId="LiveId" clId="{4D390BDB-CBC0-47FF-8439-EF1BF4F1C3A1}" dt="2025-02-16T18:26:44.211" v="5" actId="2696"/>
        <pc:sldMasterMkLst>
          <pc:docMk/>
          <pc:sldMasterMk cId="268155546" sldId="2147483648"/>
        </pc:sldMasterMkLst>
        <pc:sldLayoutChg chg="del">
          <pc:chgData name="Marcus youngwavy" userId="33438cb5ad7eb8d7" providerId="LiveId" clId="{4D390BDB-CBC0-47FF-8439-EF1BF4F1C3A1}" dt="2025-02-16T18:26:44.211" v="5" actId="2696"/>
          <pc:sldLayoutMkLst>
            <pc:docMk/>
            <pc:sldMasterMk cId="268155546" sldId="2147483648"/>
            <pc:sldLayoutMk cId="709775195" sldId="2147483649"/>
          </pc:sldLayoutMkLst>
        </pc:sldLayoutChg>
        <pc:sldLayoutChg chg="del">
          <pc:chgData name="Marcus youngwavy" userId="33438cb5ad7eb8d7" providerId="LiveId" clId="{4D390BDB-CBC0-47FF-8439-EF1BF4F1C3A1}" dt="2025-02-16T18:26:44.211" v="5" actId="2696"/>
          <pc:sldLayoutMkLst>
            <pc:docMk/>
            <pc:sldMasterMk cId="268155546" sldId="2147483648"/>
            <pc:sldLayoutMk cId="2884319838" sldId="2147483650"/>
          </pc:sldLayoutMkLst>
        </pc:sldLayoutChg>
        <pc:sldLayoutChg chg="del">
          <pc:chgData name="Marcus youngwavy" userId="33438cb5ad7eb8d7" providerId="LiveId" clId="{4D390BDB-CBC0-47FF-8439-EF1BF4F1C3A1}" dt="2025-02-16T18:26:44.211" v="5" actId="2696"/>
          <pc:sldLayoutMkLst>
            <pc:docMk/>
            <pc:sldMasterMk cId="268155546" sldId="2147483648"/>
            <pc:sldLayoutMk cId="4233922431" sldId="2147483651"/>
          </pc:sldLayoutMkLst>
        </pc:sldLayoutChg>
        <pc:sldLayoutChg chg="del">
          <pc:chgData name="Marcus youngwavy" userId="33438cb5ad7eb8d7" providerId="LiveId" clId="{4D390BDB-CBC0-47FF-8439-EF1BF4F1C3A1}" dt="2025-02-16T18:26:44.211" v="5" actId="2696"/>
          <pc:sldLayoutMkLst>
            <pc:docMk/>
            <pc:sldMasterMk cId="268155546" sldId="2147483648"/>
            <pc:sldLayoutMk cId="60712757" sldId="2147483652"/>
          </pc:sldLayoutMkLst>
        </pc:sldLayoutChg>
        <pc:sldLayoutChg chg="del">
          <pc:chgData name="Marcus youngwavy" userId="33438cb5ad7eb8d7" providerId="LiveId" clId="{4D390BDB-CBC0-47FF-8439-EF1BF4F1C3A1}" dt="2025-02-16T18:26:44.211" v="5" actId="2696"/>
          <pc:sldLayoutMkLst>
            <pc:docMk/>
            <pc:sldMasterMk cId="268155546" sldId="2147483648"/>
            <pc:sldLayoutMk cId="226536591" sldId="2147483653"/>
          </pc:sldLayoutMkLst>
        </pc:sldLayoutChg>
        <pc:sldLayoutChg chg="del">
          <pc:chgData name="Marcus youngwavy" userId="33438cb5ad7eb8d7" providerId="LiveId" clId="{4D390BDB-CBC0-47FF-8439-EF1BF4F1C3A1}" dt="2025-02-16T18:26:44.211" v="5" actId="2696"/>
          <pc:sldLayoutMkLst>
            <pc:docMk/>
            <pc:sldMasterMk cId="268155546" sldId="2147483648"/>
            <pc:sldLayoutMk cId="451173710" sldId="2147483654"/>
          </pc:sldLayoutMkLst>
        </pc:sldLayoutChg>
        <pc:sldLayoutChg chg="del">
          <pc:chgData name="Marcus youngwavy" userId="33438cb5ad7eb8d7" providerId="LiveId" clId="{4D390BDB-CBC0-47FF-8439-EF1BF4F1C3A1}" dt="2025-02-16T18:26:44.211" v="5" actId="2696"/>
          <pc:sldLayoutMkLst>
            <pc:docMk/>
            <pc:sldMasterMk cId="268155546" sldId="2147483648"/>
            <pc:sldLayoutMk cId="3907858822" sldId="2147483655"/>
          </pc:sldLayoutMkLst>
        </pc:sldLayoutChg>
        <pc:sldLayoutChg chg="del">
          <pc:chgData name="Marcus youngwavy" userId="33438cb5ad7eb8d7" providerId="LiveId" clId="{4D390BDB-CBC0-47FF-8439-EF1BF4F1C3A1}" dt="2025-02-16T18:26:44.211" v="5" actId="2696"/>
          <pc:sldLayoutMkLst>
            <pc:docMk/>
            <pc:sldMasterMk cId="268155546" sldId="2147483648"/>
            <pc:sldLayoutMk cId="1371700854" sldId="2147483656"/>
          </pc:sldLayoutMkLst>
        </pc:sldLayoutChg>
        <pc:sldLayoutChg chg="del">
          <pc:chgData name="Marcus youngwavy" userId="33438cb5ad7eb8d7" providerId="LiveId" clId="{4D390BDB-CBC0-47FF-8439-EF1BF4F1C3A1}" dt="2025-02-16T18:26:44.211" v="5" actId="2696"/>
          <pc:sldLayoutMkLst>
            <pc:docMk/>
            <pc:sldMasterMk cId="268155546" sldId="2147483648"/>
            <pc:sldLayoutMk cId="1151118166" sldId="2147483657"/>
          </pc:sldLayoutMkLst>
        </pc:sldLayoutChg>
        <pc:sldLayoutChg chg="del">
          <pc:chgData name="Marcus youngwavy" userId="33438cb5ad7eb8d7" providerId="LiveId" clId="{4D390BDB-CBC0-47FF-8439-EF1BF4F1C3A1}" dt="2025-02-16T18:26:44.211" v="5" actId="2696"/>
          <pc:sldLayoutMkLst>
            <pc:docMk/>
            <pc:sldMasterMk cId="268155546" sldId="2147483648"/>
            <pc:sldLayoutMk cId="1408200356" sldId="2147483658"/>
          </pc:sldLayoutMkLst>
        </pc:sldLayoutChg>
        <pc:sldLayoutChg chg="del">
          <pc:chgData name="Marcus youngwavy" userId="33438cb5ad7eb8d7" providerId="LiveId" clId="{4D390BDB-CBC0-47FF-8439-EF1BF4F1C3A1}" dt="2025-02-16T18:26:44.211" v="5" actId="2696"/>
          <pc:sldLayoutMkLst>
            <pc:docMk/>
            <pc:sldMasterMk cId="268155546" sldId="2147483648"/>
            <pc:sldLayoutMk cId="4249699953" sldId="2147483659"/>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1C8A0D-CE9B-4995-80C8-04E569E53F3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95E69EE-CA95-4F69-B250-87F8D32EEFC8}">
      <dgm:prSet/>
      <dgm:spPr/>
      <dgm:t>
        <a:bodyPr/>
        <a:lstStyle/>
        <a:p>
          <a:pPr>
            <a:defRPr cap="all"/>
          </a:pPr>
          <a:r>
            <a:rPr lang="en-US"/>
            <a:t>Secure Key Exchange: Allows secure key exchange over an insecure channel.</a:t>
          </a:r>
        </a:p>
      </dgm:t>
    </dgm:pt>
    <dgm:pt modelId="{242BD80B-3C43-4CF1-BBD7-D13FD1A548C5}" type="parTrans" cxnId="{8889557D-DE60-4E3C-9500-2FAF5DFF7739}">
      <dgm:prSet/>
      <dgm:spPr/>
      <dgm:t>
        <a:bodyPr/>
        <a:lstStyle/>
        <a:p>
          <a:endParaRPr lang="en-US"/>
        </a:p>
      </dgm:t>
    </dgm:pt>
    <dgm:pt modelId="{C60A1770-30A2-4205-86DD-638948D49BD3}" type="sibTrans" cxnId="{8889557D-DE60-4E3C-9500-2FAF5DFF7739}">
      <dgm:prSet/>
      <dgm:spPr/>
      <dgm:t>
        <a:bodyPr/>
        <a:lstStyle/>
        <a:p>
          <a:endParaRPr lang="en-US"/>
        </a:p>
      </dgm:t>
    </dgm:pt>
    <dgm:pt modelId="{3DA2B97C-2AD9-4B3A-9A1A-FA275F7D282D}">
      <dgm:prSet/>
      <dgm:spPr/>
      <dgm:t>
        <a:bodyPr/>
        <a:lstStyle/>
        <a:p>
          <a:pPr>
            <a:defRPr cap="all"/>
          </a:pPr>
          <a:r>
            <a:rPr lang="en-US"/>
            <a:t>No Prior Key Sharing Needed: Parties do not need to share keys beforehand.</a:t>
          </a:r>
        </a:p>
      </dgm:t>
    </dgm:pt>
    <dgm:pt modelId="{EC8D8C3C-46D7-4972-A4CB-9911037D5DF2}" type="parTrans" cxnId="{7D90F6EB-31B2-4DAE-8054-339EB50240EA}">
      <dgm:prSet/>
      <dgm:spPr/>
      <dgm:t>
        <a:bodyPr/>
        <a:lstStyle/>
        <a:p>
          <a:endParaRPr lang="en-US"/>
        </a:p>
      </dgm:t>
    </dgm:pt>
    <dgm:pt modelId="{8C5EB6CE-BD38-4C8E-8606-72F38904D741}" type="sibTrans" cxnId="{7D90F6EB-31B2-4DAE-8054-339EB50240EA}">
      <dgm:prSet/>
      <dgm:spPr/>
      <dgm:t>
        <a:bodyPr/>
        <a:lstStyle/>
        <a:p>
          <a:endParaRPr lang="en-US"/>
        </a:p>
      </dgm:t>
    </dgm:pt>
    <dgm:pt modelId="{F7721929-11A4-4401-9577-DEB3490BBE58}">
      <dgm:prSet/>
      <dgm:spPr/>
      <dgm:t>
        <a:bodyPr/>
        <a:lstStyle/>
        <a:p>
          <a:pPr>
            <a:defRPr cap="all"/>
          </a:pPr>
          <a:r>
            <a:rPr lang="en-US"/>
            <a:t>Foundation for Other Protocols: Used in many secure communication protocols like TLS, IPsec, and SSH </a:t>
          </a:r>
        </a:p>
      </dgm:t>
    </dgm:pt>
    <dgm:pt modelId="{0931934F-4A28-41B5-B894-F8081D10D1E9}" type="parTrans" cxnId="{DA4BF9EE-FB4E-4A1E-B7C2-C2FB11BD6599}">
      <dgm:prSet/>
      <dgm:spPr/>
      <dgm:t>
        <a:bodyPr/>
        <a:lstStyle/>
        <a:p>
          <a:endParaRPr lang="en-US"/>
        </a:p>
      </dgm:t>
    </dgm:pt>
    <dgm:pt modelId="{B7BEE63E-9915-4B4F-BBCC-80FEACF03696}" type="sibTrans" cxnId="{DA4BF9EE-FB4E-4A1E-B7C2-C2FB11BD6599}">
      <dgm:prSet/>
      <dgm:spPr/>
      <dgm:t>
        <a:bodyPr/>
        <a:lstStyle/>
        <a:p>
          <a:endParaRPr lang="en-US"/>
        </a:p>
      </dgm:t>
    </dgm:pt>
    <dgm:pt modelId="{D03813EE-F260-4B44-9230-3B127F2A8994}" type="pres">
      <dgm:prSet presAssocID="{421C8A0D-CE9B-4995-80C8-04E569E53F39}" presName="root" presStyleCnt="0">
        <dgm:presLayoutVars>
          <dgm:dir/>
          <dgm:resizeHandles val="exact"/>
        </dgm:presLayoutVars>
      </dgm:prSet>
      <dgm:spPr/>
    </dgm:pt>
    <dgm:pt modelId="{9285725D-FA83-4A59-BD81-8C7EBB684C78}" type="pres">
      <dgm:prSet presAssocID="{595E69EE-CA95-4F69-B250-87F8D32EEFC8}" presName="compNode" presStyleCnt="0"/>
      <dgm:spPr/>
    </dgm:pt>
    <dgm:pt modelId="{FBD85D23-17FF-4CBE-B92B-BD497E7B44EF}" type="pres">
      <dgm:prSet presAssocID="{595E69EE-CA95-4F69-B250-87F8D32EEFC8}" presName="iconBgRect" presStyleLbl="bgShp" presStyleIdx="0" presStyleCnt="3"/>
      <dgm:spPr/>
    </dgm:pt>
    <dgm:pt modelId="{BE520A3F-ED84-46B6-9A00-D2B5EF16B879}" type="pres">
      <dgm:prSet presAssocID="{595E69EE-CA95-4F69-B250-87F8D32EEFC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76CC57E6-A052-42CA-8DF4-46312A5CCA1E}" type="pres">
      <dgm:prSet presAssocID="{595E69EE-CA95-4F69-B250-87F8D32EEFC8}" presName="spaceRect" presStyleCnt="0"/>
      <dgm:spPr/>
    </dgm:pt>
    <dgm:pt modelId="{70A45E8D-DF44-47BB-9603-CB78167024E9}" type="pres">
      <dgm:prSet presAssocID="{595E69EE-CA95-4F69-B250-87F8D32EEFC8}" presName="textRect" presStyleLbl="revTx" presStyleIdx="0" presStyleCnt="3">
        <dgm:presLayoutVars>
          <dgm:chMax val="1"/>
          <dgm:chPref val="1"/>
        </dgm:presLayoutVars>
      </dgm:prSet>
      <dgm:spPr/>
    </dgm:pt>
    <dgm:pt modelId="{BB009EC6-2B10-41BF-90FB-21DA9CE88943}" type="pres">
      <dgm:prSet presAssocID="{C60A1770-30A2-4205-86DD-638948D49BD3}" presName="sibTrans" presStyleCnt="0"/>
      <dgm:spPr/>
    </dgm:pt>
    <dgm:pt modelId="{4CE576E7-248B-4D70-8E29-B41F37B44CDD}" type="pres">
      <dgm:prSet presAssocID="{3DA2B97C-2AD9-4B3A-9A1A-FA275F7D282D}" presName="compNode" presStyleCnt="0"/>
      <dgm:spPr/>
    </dgm:pt>
    <dgm:pt modelId="{EF635DCF-E57F-4E68-A0F0-1B73884C0B49}" type="pres">
      <dgm:prSet presAssocID="{3DA2B97C-2AD9-4B3A-9A1A-FA275F7D282D}" presName="iconBgRect" presStyleLbl="bgShp" presStyleIdx="1" presStyleCnt="3"/>
      <dgm:spPr/>
    </dgm:pt>
    <dgm:pt modelId="{C8088132-A6C1-48A3-AC6D-184A4241DCAE}" type="pres">
      <dgm:prSet presAssocID="{3DA2B97C-2AD9-4B3A-9A1A-FA275F7D282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8CE892F3-3E45-4643-B1A3-2AC5A581F90B}" type="pres">
      <dgm:prSet presAssocID="{3DA2B97C-2AD9-4B3A-9A1A-FA275F7D282D}" presName="spaceRect" presStyleCnt="0"/>
      <dgm:spPr/>
    </dgm:pt>
    <dgm:pt modelId="{668C6D8A-1406-4FAE-951F-6BA1823FC179}" type="pres">
      <dgm:prSet presAssocID="{3DA2B97C-2AD9-4B3A-9A1A-FA275F7D282D}" presName="textRect" presStyleLbl="revTx" presStyleIdx="1" presStyleCnt="3">
        <dgm:presLayoutVars>
          <dgm:chMax val="1"/>
          <dgm:chPref val="1"/>
        </dgm:presLayoutVars>
      </dgm:prSet>
      <dgm:spPr/>
    </dgm:pt>
    <dgm:pt modelId="{CB9B1780-2F68-44E9-B410-3B09928CDF33}" type="pres">
      <dgm:prSet presAssocID="{8C5EB6CE-BD38-4C8E-8606-72F38904D741}" presName="sibTrans" presStyleCnt="0"/>
      <dgm:spPr/>
    </dgm:pt>
    <dgm:pt modelId="{C5164A2D-7219-4912-A1AC-45C758C436FD}" type="pres">
      <dgm:prSet presAssocID="{F7721929-11A4-4401-9577-DEB3490BBE58}" presName="compNode" presStyleCnt="0"/>
      <dgm:spPr/>
    </dgm:pt>
    <dgm:pt modelId="{F8921962-C59A-4A09-92C6-38C53034E80A}" type="pres">
      <dgm:prSet presAssocID="{F7721929-11A4-4401-9577-DEB3490BBE58}" presName="iconBgRect" presStyleLbl="bgShp" presStyleIdx="2" presStyleCnt="3"/>
      <dgm:spPr/>
    </dgm:pt>
    <dgm:pt modelId="{C790DBE5-A873-49CB-91B8-78BA97DA7951}" type="pres">
      <dgm:prSet presAssocID="{F7721929-11A4-4401-9577-DEB3490BBE5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rver"/>
        </a:ext>
      </dgm:extLst>
    </dgm:pt>
    <dgm:pt modelId="{61CDA601-D946-491B-BE22-F1E2181971C8}" type="pres">
      <dgm:prSet presAssocID="{F7721929-11A4-4401-9577-DEB3490BBE58}" presName="spaceRect" presStyleCnt="0"/>
      <dgm:spPr/>
    </dgm:pt>
    <dgm:pt modelId="{B97B6B6E-C53C-4A46-BDF4-5229537723EC}" type="pres">
      <dgm:prSet presAssocID="{F7721929-11A4-4401-9577-DEB3490BBE58}" presName="textRect" presStyleLbl="revTx" presStyleIdx="2" presStyleCnt="3">
        <dgm:presLayoutVars>
          <dgm:chMax val="1"/>
          <dgm:chPref val="1"/>
        </dgm:presLayoutVars>
      </dgm:prSet>
      <dgm:spPr/>
    </dgm:pt>
  </dgm:ptLst>
  <dgm:cxnLst>
    <dgm:cxn modelId="{FD815621-1541-49F3-BF95-13A8B3176198}" type="presOf" srcId="{3DA2B97C-2AD9-4B3A-9A1A-FA275F7D282D}" destId="{668C6D8A-1406-4FAE-951F-6BA1823FC179}" srcOrd="0" destOrd="0" presId="urn:microsoft.com/office/officeart/2018/5/layout/IconCircleLabelList"/>
    <dgm:cxn modelId="{8889557D-DE60-4E3C-9500-2FAF5DFF7739}" srcId="{421C8A0D-CE9B-4995-80C8-04E569E53F39}" destId="{595E69EE-CA95-4F69-B250-87F8D32EEFC8}" srcOrd="0" destOrd="0" parTransId="{242BD80B-3C43-4CF1-BBD7-D13FD1A548C5}" sibTransId="{C60A1770-30A2-4205-86DD-638948D49BD3}"/>
    <dgm:cxn modelId="{DBC78085-0981-4EBD-B797-680E36E69ECA}" type="presOf" srcId="{421C8A0D-CE9B-4995-80C8-04E569E53F39}" destId="{D03813EE-F260-4B44-9230-3B127F2A8994}" srcOrd="0" destOrd="0" presId="urn:microsoft.com/office/officeart/2018/5/layout/IconCircleLabelList"/>
    <dgm:cxn modelId="{7DDC6D93-3ABB-405C-B257-CB42712AA663}" type="presOf" srcId="{F7721929-11A4-4401-9577-DEB3490BBE58}" destId="{B97B6B6E-C53C-4A46-BDF4-5229537723EC}" srcOrd="0" destOrd="0" presId="urn:microsoft.com/office/officeart/2018/5/layout/IconCircleLabelList"/>
    <dgm:cxn modelId="{7D90F6EB-31B2-4DAE-8054-339EB50240EA}" srcId="{421C8A0D-CE9B-4995-80C8-04E569E53F39}" destId="{3DA2B97C-2AD9-4B3A-9A1A-FA275F7D282D}" srcOrd="1" destOrd="0" parTransId="{EC8D8C3C-46D7-4972-A4CB-9911037D5DF2}" sibTransId="{8C5EB6CE-BD38-4C8E-8606-72F38904D741}"/>
    <dgm:cxn modelId="{DA4BF9EE-FB4E-4A1E-B7C2-C2FB11BD6599}" srcId="{421C8A0D-CE9B-4995-80C8-04E569E53F39}" destId="{F7721929-11A4-4401-9577-DEB3490BBE58}" srcOrd="2" destOrd="0" parTransId="{0931934F-4A28-41B5-B894-F8081D10D1E9}" sibTransId="{B7BEE63E-9915-4B4F-BBCC-80FEACF03696}"/>
    <dgm:cxn modelId="{1D1937FC-7738-4AF3-B8E7-A509960F15CB}" type="presOf" srcId="{595E69EE-CA95-4F69-B250-87F8D32EEFC8}" destId="{70A45E8D-DF44-47BB-9603-CB78167024E9}" srcOrd="0" destOrd="0" presId="urn:microsoft.com/office/officeart/2018/5/layout/IconCircleLabelList"/>
    <dgm:cxn modelId="{565EB568-1C43-40FB-AEDF-2008A5DDFF13}" type="presParOf" srcId="{D03813EE-F260-4B44-9230-3B127F2A8994}" destId="{9285725D-FA83-4A59-BD81-8C7EBB684C78}" srcOrd="0" destOrd="0" presId="urn:microsoft.com/office/officeart/2018/5/layout/IconCircleLabelList"/>
    <dgm:cxn modelId="{A9B892B0-27D2-49C5-9638-FD0B1A6C22CE}" type="presParOf" srcId="{9285725D-FA83-4A59-BD81-8C7EBB684C78}" destId="{FBD85D23-17FF-4CBE-B92B-BD497E7B44EF}" srcOrd="0" destOrd="0" presId="urn:microsoft.com/office/officeart/2018/5/layout/IconCircleLabelList"/>
    <dgm:cxn modelId="{4B0B3DED-0656-41E1-ADFC-CE97073467D9}" type="presParOf" srcId="{9285725D-FA83-4A59-BD81-8C7EBB684C78}" destId="{BE520A3F-ED84-46B6-9A00-D2B5EF16B879}" srcOrd="1" destOrd="0" presId="urn:microsoft.com/office/officeart/2018/5/layout/IconCircleLabelList"/>
    <dgm:cxn modelId="{4D3A7337-4CDA-4D06-8A11-DCE69F5F33D2}" type="presParOf" srcId="{9285725D-FA83-4A59-BD81-8C7EBB684C78}" destId="{76CC57E6-A052-42CA-8DF4-46312A5CCA1E}" srcOrd="2" destOrd="0" presId="urn:microsoft.com/office/officeart/2018/5/layout/IconCircleLabelList"/>
    <dgm:cxn modelId="{77A061B9-E15D-4937-B7E2-59B22F44292F}" type="presParOf" srcId="{9285725D-FA83-4A59-BD81-8C7EBB684C78}" destId="{70A45E8D-DF44-47BB-9603-CB78167024E9}" srcOrd="3" destOrd="0" presId="urn:microsoft.com/office/officeart/2018/5/layout/IconCircleLabelList"/>
    <dgm:cxn modelId="{9AFE1774-1107-4DF6-8819-146F5EC7AF56}" type="presParOf" srcId="{D03813EE-F260-4B44-9230-3B127F2A8994}" destId="{BB009EC6-2B10-41BF-90FB-21DA9CE88943}" srcOrd="1" destOrd="0" presId="urn:microsoft.com/office/officeart/2018/5/layout/IconCircleLabelList"/>
    <dgm:cxn modelId="{F633E2D6-62B8-4B8C-A932-A544059A26EE}" type="presParOf" srcId="{D03813EE-F260-4B44-9230-3B127F2A8994}" destId="{4CE576E7-248B-4D70-8E29-B41F37B44CDD}" srcOrd="2" destOrd="0" presId="urn:microsoft.com/office/officeart/2018/5/layout/IconCircleLabelList"/>
    <dgm:cxn modelId="{862B4B5F-ED8B-44B0-90E0-6A520EBED045}" type="presParOf" srcId="{4CE576E7-248B-4D70-8E29-B41F37B44CDD}" destId="{EF635DCF-E57F-4E68-A0F0-1B73884C0B49}" srcOrd="0" destOrd="0" presId="urn:microsoft.com/office/officeart/2018/5/layout/IconCircleLabelList"/>
    <dgm:cxn modelId="{8CD26F90-FE2D-4437-9DFE-FDF7381F6B46}" type="presParOf" srcId="{4CE576E7-248B-4D70-8E29-B41F37B44CDD}" destId="{C8088132-A6C1-48A3-AC6D-184A4241DCAE}" srcOrd="1" destOrd="0" presId="urn:microsoft.com/office/officeart/2018/5/layout/IconCircleLabelList"/>
    <dgm:cxn modelId="{1163DCFC-EB33-4090-B363-3D37D81C19C3}" type="presParOf" srcId="{4CE576E7-248B-4D70-8E29-B41F37B44CDD}" destId="{8CE892F3-3E45-4643-B1A3-2AC5A581F90B}" srcOrd="2" destOrd="0" presId="urn:microsoft.com/office/officeart/2018/5/layout/IconCircleLabelList"/>
    <dgm:cxn modelId="{58E40B32-A343-48BF-954B-67DE01361CE6}" type="presParOf" srcId="{4CE576E7-248B-4D70-8E29-B41F37B44CDD}" destId="{668C6D8A-1406-4FAE-951F-6BA1823FC179}" srcOrd="3" destOrd="0" presId="urn:microsoft.com/office/officeart/2018/5/layout/IconCircleLabelList"/>
    <dgm:cxn modelId="{83D5650C-F141-4F6A-A0DC-2CBF4E31209D}" type="presParOf" srcId="{D03813EE-F260-4B44-9230-3B127F2A8994}" destId="{CB9B1780-2F68-44E9-B410-3B09928CDF33}" srcOrd="3" destOrd="0" presId="urn:microsoft.com/office/officeart/2018/5/layout/IconCircleLabelList"/>
    <dgm:cxn modelId="{274DF5AC-0718-437E-86D6-72508DAC1EE4}" type="presParOf" srcId="{D03813EE-F260-4B44-9230-3B127F2A8994}" destId="{C5164A2D-7219-4912-A1AC-45C758C436FD}" srcOrd="4" destOrd="0" presId="urn:microsoft.com/office/officeart/2018/5/layout/IconCircleLabelList"/>
    <dgm:cxn modelId="{391F3961-FEB6-454D-8EAA-6C5C62171719}" type="presParOf" srcId="{C5164A2D-7219-4912-A1AC-45C758C436FD}" destId="{F8921962-C59A-4A09-92C6-38C53034E80A}" srcOrd="0" destOrd="0" presId="urn:microsoft.com/office/officeart/2018/5/layout/IconCircleLabelList"/>
    <dgm:cxn modelId="{86B32779-1B27-459C-8A13-3FBBA755A030}" type="presParOf" srcId="{C5164A2D-7219-4912-A1AC-45C758C436FD}" destId="{C790DBE5-A873-49CB-91B8-78BA97DA7951}" srcOrd="1" destOrd="0" presId="urn:microsoft.com/office/officeart/2018/5/layout/IconCircleLabelList"/>
    <dgm:cxn modelId="{798E808B-A63B-4B84-B16B-6EE6639A442A}" type="presParOf" srcId="{C5164A2D-7219-4912-A1AC-45C758C436FD}" destId="{61CDA601-D946-491B-BE22-F1E2181971C8}" srcOrd="2" destOrd="0" presId="urn:microsoft.com/office/officeart/2018/5/layout/IconCircleLabelList"/>
    <dgm:cxn modelId="{8280F9F8-6568-4D90-9806-098E37CA968C}" type="presParOf" srcId="{C5164A2D-7219-4912-A1AC-45C758C436FD}" destId="{B97B6B6E-C53C-4A46-BDF4-5229537723EC}" srcOrd="3" destOrd="0" presId="urn:microsoft.com/office/officeart/2018/5/layout/IconCircle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E81014-C04B-462D-91DE-156CB3A91780}"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B2BE917A-7371-44A5-8A0E-732A64F37DE9}">
      <dgm:prSet/>
      <dgm:spPr/>
      <dgm:t>
        <a:bodyPr/>
        <a:lstStyle/>
        <a:p>
          <a:r>
            <a:rPr lang="en-US"/>
            <a:t>Man-in-the-Middle Attacks: An attacker could intercept the key exchange and establish their own keys with each party3.</a:t>
          </a:r>
        </a:p>
      </dgm:t>
    </dgm:pt>
    <dgm:pt modelId="{6D2FF806-1572-4EB6-884A-462C59ADBB67}" type="parTrans" cxnId="{939E16B2-D25D-4D96-B030-D5617C0E0E55}">
      <dgm:prSet/>
      <dgm:spPr/>
      <dgm:t>
        <a:bodyPr/>
        <a:lstStyle/>
        <a:p>
          <a:endParaRPr lang="en-US"/>
        </a:p>
      </dgm:t>
    </dgm:pt>
    <dgm:pt modelId="{74F4C519-70E9-4566-B1D6-4CE0D0749A54}" type="sibTrans" cxnId="{939E16B2-D25D-4D96-B030-D5617C0E0E55}">
      <dgm:prSet/>
      <dgm:spPr/>
      <dgm:t>
        <a:bodyPr/>
        <a:lstStyle/>
        <a:p>
          <a:endParaRPr lang="en-US"/>
        </a:p>
      </dgm:t>
    </dgm:pt>
    <dgm:pt modelId="{0AC1677D-801D-4970-AEF5-958C6E9E4FE8}">
      <dgm:prSet/>
      <dgm:spPr/>
      <dgm:t>
        <a:bodyPr/>
        <a:lstStyle/>
        <a:p>
          <a:r>
            <a:rPr lang="en-US"/>
            <a:t>Computational Attacks: Vulnerable to attacks that exploit the computational demands of the protocol, such as the D(HE)at attack</a:t>
          </a:r>
        </a:p>
      </dgm:t>
    </dgm:pt>
    <dgm:pt modelId="{D29542AB-E002-4499-92D3-996F8A5051C9}" type="parTrans" cxnId="{C922E910-B6E5-4A9B-A2BC-FB524EFFBD56}">
      <dgm:prSet/>
      <dgm:spPr/>
      <dgm:t>
        <a:bodyPr/>
        <a:lstStyle/>
        <a:p>
          <a:endParaRPr lang="en-US"/>
        </a:p>
      </dgm:t>
    </dgm:pt>
    <dgm:pt modelId="{9C22B891-551B-4BE3-BC56-90EDE719B3A5}" type="sibTrans" cxnId="{C922E910-B6E5-4A9B-A2BC-FB524EFFBD56}">
      <dgm:prSet/>
      <dgm:spPr/>
      <dgm:t>
        <a:bodyPr/>
        <a:lstStyle/>
        <a:p>
          <a:endParaRPr lang="en-US"/>
        </a:p>
      </dgm:t>
    </dgm:pt>
    <dgm:pt modelId="{040E6332-38C1-4C46-AAC2-248D8BE4EB26}" type="pres">
      <dgm:prSet presAssocID="{2CE81014-C04B-462D-91DE-156CB3A91780}" presName="root" presStyleCnt="0">
        <dgm:presLayoutVars>
          <dgm:dir/>
          <dgm:resizeHandles val="exact"/>
        </dgm:presLayoutVars>
      </dgm:prSet>
      <dgm:spPr/>
    </dgm:pt>
    <dgm:pt modelId="{08A407B3-4914-4D37-8F96-4EFBCA8BCAF8}" type="pres">
      <dgm:prSet presAssocID="{B2BE917A-7371-44A5-8A0E-732A64F37DE9}" presName="compNode" presStyleCnt="0"/>
      <dgm:spPr/>
    </dgm:pt>
    <dgm:pt modelId="{35F42E15-AAFA-4698-81D0-03CAD01C8DE9}" type="pres">
      <dgm:prSet presAssocID="{B2BE917A-7371-44A5-8A0E-732A64F37DE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16699930-E000-4DD4-B66B-329D4D15D2A7}" type="pres">
      <dgm:prSet presAssocID="{B2BE917A-7371-44A5-8A0E-732A64F37DE9}" presName="spaceRect" presStyleCnt="0"/>
      <dgm:spPr/>
    </dgm:pt>
    <dgm:pt modelId="{E194E2AB-4279-41CE-AF13-6FE3B643A703}" type="pres">
      <dgm:prSet presAssocID="{B2BE917A-7371-44A5-8A0E-732A64F37DE9}" presName="textRect" presStyleLbl="revTx" presStyleIdx="0" presStyleCnt="2">
        <dgm:presLayoutVars>
          <dgm:chMax val="1"/>
          <dgm:chPref val="1"/>
        </dgm:presLayoutVars>
      </dgm:prSet>
      <dgm:spPr/>
    </dgm:pt>
    <dgm:pt modelId="{ECC8464E-93B9-43E5-B32E-7648E001B215}" type="pres">
      <dgm:prSet presAssocID="{74F4C519-70E9-4566-B1D6-4CE0D0749A54}" presName="sibTrans" presStyleCnt="0"/>
      <dgm:spPr/>
    </dgm:pt>
    <dgm:pt modelId="{48183165-4FDC-4CF8-8110-E43AACD24D1E}" type="pres">
      <dgm:prSet presAssocID="{0AC1677D-801D-4970-AEF5-958C6E9E4FE8}" presName="compNode" presStyleCnt="0"/>
      <dgm:spPr/>
    </dgm:pt>
    <dgm:pt modelId="{8C2177AC-A942-4BB5-A549-E4A079B338FC}" type="pres">
      <dgm:prSet presAssocID="{0AC1677D-801D-4970-AEF5-958C6E9E4FE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BF5BDC49-20CD-4639-A6F4-E5BC653BACE9}" type="pres">
      <dgm:prSet presAssocID="{0AC1677D-801D-4970-AEF5-958C6E9E4FE8}" presName="spaceRect" presStyleCnt="0"/>
      <dgm:spPr/>
    </dgm:pt>
    <dgm:pt modelId="{5864FFA0-DE18-4179-B609-96A085BEB2C8}" type="pres">
      <dgm:prSet presAssocID="{0AC1677D-801D-4970-AEF5-958C6E9E4FE8}" presName="textRect" presStyleLbl="revTx" presStyleIdx="1" presStyleCnt="2">
        <dgm:presLayoutVars>
          <dgm:chMax val="1"/>
          <dgm:chPref val="1"/>
        </dgm:presLayoutVars>
      </dgm:prSet>
      <dgm:spPr/>
    </dgm:pt>
  </dgm:ptLst>
  <dgm:cxnLst>
    <dgm:cxn modelId="{C922E910-B6E5-4A9B-A2BC-FB524EFFBD56}" srcId="{2CE81014-C04B-462D-91DE-156CB3A91780}" destId="{0AC1677D-801D-4970-AEF5-958C6E9E4FE8}" srcOrd="1" destOrd="0" parTransId="{D29542AB-E002-4499-92D3-996F8A5051C9}" sibTransId="{9C22B891-551B-4BE3-BC56-90EDE719B3A5}"/>
    <dgm:cxn modelId="{60C1F07C-6E9F-46AF-A104-7FC92657C7C2}" type="presOf" srcId="{B2BE917A-7371-44A5-8A0E-732A64F37DE9}" destId="{E194E2AB-4279-41CE-AF13-6FE3B643A703}" srcOrd="0" destOrd="0" presId="urn:microsoft.com/office/officeart/2018/2/layout/IconLabelList"/>
    <dgm:cxn modelId="{A5C14381-6AD2-46A8-8285-D8243E639690}" type="presOf" srcId="{0AC1677D-801D-4970-AEF5-958C6E9E4FE8}" destId="{5864FFA0-DE18-4179-B609-96A085BEB2C8}" srcOrd="0" destOrd="0" presId="urn:microsoft.com/office/officeart/2018/2/layout/IconLabelList"/>
    <dgm:cxn modelId="{2AE1EB96-987E-4013-952D-75E57B6162E5}" type="presOf" srcId="{2CE81014-C04B-462D-91DE-156CB3A91780}" destId="{040E6332-38C1-4C46-AAC2-248D8BE4EB26}" srcOrd="0" destOrd="0" presId="urn:microsoft.com/office/officeart/2018/2/layout/IconLabelList"/>
    <dgm:cxn modelId="{939E16B2-D25D-4D96-B030-D5617C0E0E55}" srcId="{2CE81014-C04B-462D-91DE-156CB3A91780}" destId="{B2BE917A-7371-44A5-8A0E-732A64F37DE9}" srcOrd="0" destOrd="0" parTransId="{6D2FF806-1572-4EB6-884A-462C59ADBB67}" sibTransId="{74F4C519-70E9-4566-B1D6-4CE0D0749A54}"/>
    <dgm:cxn modelId="{4BAFC842-8490-4BFA-891F-15133C13F809}" type="presParOf" srcId="{040E6332-38C1-4C46-AAC2-248D8BE4EB26}" destId="{08A407B3-4914-4D37-8F96-4EFBCA8BCAF8}" srcOrd="0" destOrd="0" presId="urn:microsoft.com/office/officeart/2018/2/layout/IconLabelList"/>
    <dgm:cxn modelId="{6BAB2D59-5C80-46B1-BC4E-F62F1256D90D}" type="presParOf" srcId="{08A407B3-4914-4D37-8F96-4EFBCA8BCAF8}" destId="{35F42E15-AAFA-4698-81D0-03CAD01C8DE9}" srcOrd="0" destOrd="0" presId="urn:microsoft.com/office/officeart/2018/2/layout/IconLabelList"/>
    <dgm:cxn modelId="{CA28CD99-DC56-4F7D-AB58-00ADEAEA2B25}" type="presParOf" srcId="{08A407B3-4914-4D37-8F96-4EFBCA8BCAF8}" destId="{16699930-E000-4DD4-B66B-329D4D15D2A7}" srcOrd="1" destOrd="0" presId="urn:microsoft.com/office/officeart/2018/2/layout/IconLabelList"/>
    <dgm:cxn modelId="{8CFE5459-3392-4200-94BE-DB498FAAD4B9}" type="presParOf" srcId="{08A407B3-4914-4D37-8F96-4EFBCA8BCAF8}" destId="{E194E2AB-4279-41CE-AF13-6FE3B643A703}" srcOrd="2" destOrd="0" presId="urn:microsoft.com/office/officeart/2018/2/layout/IconLabelList"/>
    <dgm:cxn modelId="{556D28B4-DC4D-434C-A108-C6A55701A6E0}" type="presParOf" srcId="{040E6332-38C1-4C46-AAC2-248D8BE4EB26}" destId="{ECC8464E-93B9-43E5-B32E-7648E001B215}" srcOrd="1" destOrd="0" presId="urn:microsoft.com/office/officeart/2018/2/layout/IconLabelList"/>
    <dgm:cxn modelId="{F31450A5-9360-404A-93FC-138CBA93FEA1}" type="presParOf" srcId="{040E6332-38C1-4C46-AAC2-248D8BE4EB26}" destId="{48183165-4FDC-4CF8-8110-E43AACD24D1E}" srcOrd="2" destOrd="0" presId="urn:microsoft.com/office/officeart/2018/2/layout/IconLabelList"/>
    <dgm:cxn modelId="{CD8A57AA-D3D4-4678-BD65-089456D2A078}" type="presParOf" srcId="{48183165-4FDC-4CF8-8110-E43AACD24D1E}" destId="{8C2177AC-A942-4BB5-A549-E4A079B338FC}" srcOrd="0" destOrd="0" presId="urn:microsoft.com/office/officeart/2018/2/layout/IconLabelList"/>
    <dgm:cxn modelId="{6B69FE81-45F6-45DB-882C-82598BB61244}" type="presParOf" srcId="{48183165-4FDC-4CF8-8110-E43AACD24D1E}" destId="{BF5BDC49-20CD-4639-A6F4-E5BC653BACE9}" srcOrd="1" destOrd="0" presId="urn:microsoft.com/office/officeart/2018/2/layout/IconLabelList"/>
    <dgm:cxn modelId="{1CFC4F89-334C-467D-826E-66B7273A31F8}" type="presParOf" srcId="{48183165-4FDC-4CF8-8110-E43AACD24D1E}" destId="{5864FFA0-DE18-4179-B609-96A085BEB2C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0E5ACA-3250-4BF5-86FD-7C7D1666233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FA2D38A6-46E3-44A4-848A-5EC52D53010E}">
      <dgm:prSet/>
      <dgm:spPr/>
      <dgm:t>
        <a:bodyPr/>
        <a:lstStyle/>
        <a:p>
          <a:r>
            <a:rPr lang="en-US"/>
            <a:t>Authentication: Use authenticated versions of the protocol to prevent man-in-the-middle attacks.</a:t>
          </a:r>
        </a:p>
      </dgm:t>
    </dgm:pt>
    <dgm:pt modelId="{3DF98A8E-A839-41DC-801D-1FAC6B82C668}" type="parTrans" cxnId="{AECCBA7F-240F-404F-9C94-770CA8F3243E}">
      <dgm:prSet/>
      <dgm:spPr/>
      <dgm:t>
        <a:bodyPr/>
        <a:lstStyle/>
        <a:p>
          <a:endParaRPr lang="en-US"/>
        </a:p>
      </dgm:t>
    </dgm:pt>
    <dgm:pt modelId="{3DA6FD40-BF2F-4918-84B0-FBEAE1E109F6}" type="sibTrans" cxnId="{AECCBA7F-240F-404F-9C94-770CA8F3243E}">
      <dgm:prSet/>
      <dgm:spPr/>
      <dgm:t>
        <a:bodyPr/>
        <a:lstStyle/>
        <a:p>
          <a:endParaRPr lang="en-US"/>
        </a:p>
      </dgm:t>
    </dgm:pt>
    <dgm:pt modelId="{39D33E33-8057-4859-8D7C-4BA263980C86}">
      <dgm:prSet/>
      <dgm:spPr/>
      <dgm:t>
        <a:bodyPr/>
        <a:lstStyle/>
        <a:p>
          <a:r>
            <a:rPr lang="en-US"/>
            <a:t>Strong Parameters: Use strong cryptographic parameters to resist computational attacks</a:t>
          </a:r>
        </a:p>
      </dgm:t>
    </dgm:pt>
    <dgm:pt modelId="{51CE8762-17B4-4507-9F2E-91A0870072A7}" type="parTrans" cxnId="{D7A90549-CF9A-4F22-A6C4-3B2FB6545CE2}">
      <dgm:prSet/>
      <dgm:spPr/>
      <dgm:t>
        <a:bodyPr/>
        <a:lstStyle/>
        <a:p>
          <a:endParaRPr lang="en-US"/>
        </a:p>
      </dgm:t>
    </dgm:pt>
    <dgm:pt modelId="{38CB731A-C906-4ED3-B674-1FFD03B33144}" type="sibTrans" cxnId="{D7A90549-CF9A-4F22-A6C4-3B2FB6545CE2}">
      <dgm:prSet/>
      <dgm:spPr/>
      <dgm:t>
        <a:bodyPr/>
        <a:lstStyle/>
        <a:p>
          <a:endParaRPr lang="en-US"/>
        </a:p>
      </dgm:t>
    </dgm:pt>
    <dgm:pt modelId="{D9959A8D-A168-4973-A20D-0A8FAE8B57BE}" type="pres">
      <dgm:prSet presAssocID="{E30E5ACA-3250-4BF5-86FD-7C7D16662335}" presName="hierChild1" presStyleCnt="0">
        <dgm:presLayoutVars>
          <dgm:chPref val="1"/>
          <dgm:dir/>
          <dgm:animOne val="branch"/>
          <dgm:animLvl val="lvl"/>
          <dgm:resizeHandles/>
        </dgm:presLayoutVars>
      </dgm:prSet>
      <dgm:spPr/>
    </dgm:pt>
    <dgm:pt modelId="{1E56ACF4-8062-4E40-9338-459A5EBCCF64}" type="pres">
      <dgm:prSet presAssocID="{FA2D38A6-46E3-44A4-848A-5EC52D53010E}" presName="hierRoot1" presStyleCnt="0"/>
      <dgm:spPr/>
    </dgm:pt>
    <dgm:pt modelId="{19CC2744-5D08-4DA4-ACEC-2590017D3F73}" type="pres">
      <dgm:prSet presAssocID="{FA2D38A6-46E3-44A4-848A-5EC52D53010E}" presName="composite" presStyleCnt="0"/>
      <dgm:spPr/>
    </dgm:pt>
    <dgm:pt modelId="{19BB3A33-BCC9-4639-BD0D-7DA0C1AD7A9B}" type="pres">
      <dgm:prSet presAssocID="{FA2D38A6-46E3-44A4-848A-5EC52D53010E}" presName="background" presStyleLbl="node0" presStyleIdx="0" presStyleCnt="2"/>
      <dgm:spPr/>
    </dgm:pt>
    <dgm:pt modelId="{149FD106-00E9-4713-B531-000DCDA8C498}" type="pres">
      <dgm:prSet presAssocID="{FA2D38A6-46E3-44A4-848A-5EC52D53010E}" presName="text" presStyleLbl="fgAcc0" presStyleIdx="0" presStyleCnt="2">
        <dgm:presLayoutVars>
          <dgm:chPref val="3"/>
        </dgm:presLayoutVars>
      </dgm:prSet>
      <dgm:spPr/>
    </dgm:pt>
    <dgm:pt modelId="{1696B5AB-EE98-49B5-957A-4C6A483C3CC6}" type="pres">
      <dgm:prSet presAssocID="{FA2D38A6-46E3-44A4-848A-5EC52D53010E}" presName="hierChild2" presStyleCnt="0"/>
      <dgm:spPr/>
    </dgm:pt>
    <dgm:pt modelId="{3009B5A6-FBA4-4F3F-8AE2-D2CD97CF0EA1}" type="pres">
      <dgm:prSet presAssocID="{39D33E33-8057-4859-8D7C-4BA263980C86}" presName="hierRoot1" presStyleCnt="0"/>
      <dgm:spPr/>
    </dgm:pt>
    <dgm:pt modelId="{224DC71C-E6E2-477E-9F9A-B63037665D35}" type="pres">
      <dgm:prSet presAssocID="{39D33E33-8057-4859-8D7C-4BA263980C86}" presName="composite" presStyleCnt="0"/>
      <dgm:spPr/>
    </dgm:pt>
    <dgm:pt modelId="{E50EC97B-8967-4CD7-B229-FCB9843A422F}" type="pres">
      <dgm:prSet presAssocID="{39D33E33-8057-4859-8D7C-4BA263980C86}" presName="background" presStyleLbl="node0" presStyleIdx="1" presStyleCnt="2"/>
      <dgm:spPr/>
    </dgm:pt>
    <dgm:pt modelId="{93F37AB8-0FF4-405A-8931-4DB0E4BCEC39}" type="pres">
      <dgm:prSet presAssocID="{39D33E33-8057-4859-8D7C-4BA263980C86}" presName="text" presStyleLbl="fgAcc0" presStyleIdx="1" presStyleCnt="2">
        <dgm:presLayoutVars>
          <dgm:chPref val="3"/>
        </dgm:presLayoutVars>
      </dgm:prSet>
      <dgm:spPr/>
    </dgm:pt>
    <dgm:pt modelId="{5B052586-C0D4-41B1-AC27-8AE7D7338B6D}" type="pres">
      <dgm:prSet presAssocID="{39D33E33-8057-4859-8D7C-4BA263980C86}" presName="hierChild2" presStyleCnt="0"/>
      <dgm:spPr/>
    </dgm:pt>
  </dgm:ptLst>
  <dgm:cxnLst>
    <dgm:cxn modelId="{0A167719-3F29-4FC7-B787-722345A3DA5F}" type="presOf" srcId="{E30E5ACA-3250-4BF5-86FD-7C7D16662335}" destId="{D9959A8D-A168-4973-A20D-0A8FAE8B57BE}" srcOrd="0" destOrd="0" presId="urn:microsoft.com/office/officeart/2005/8/layout/hierarchy1"/>
    <dgm:cxn modelId="{D7A90549-CF9A-4F22-A6C4-3B2FB6545CE2}" srcId="{E30E5ACA-3250-4BF5-86FD-7C7D16662335}" destId="{39D33E33-8057-4859-8D7C-4BA263980C86}" srcOrd="1" destOrd="0" parTransId="{51CE8762-17B4-4507-9F2E-91A0870072A7}" sibTransId="{38CB731A-C906-4ED3-B674-1FFD03B33144}"/>
    <dgm:cxn modelId="{AECCBA7F-240F-404F-9C94-770CA8F3243E}" srcId="{E30E5ACA-3250-4BF5-86FD-7C7D16662335}" destId="{FA2D38A6-46E3-44A4-848A-5EC52D53010E}" srcOrd="0" destOrd="0" parTransId="{3DF98A8E-A839-41DC-801D-1FAC6B82C668}" sibTransId="{3DA6FD40-BF2F-4918-84B0-FBEAE1E109F6}"/>
    <dgm:cxn modelId="{865BC5CE-4D4A-4EE7-AC92-0EEEC7261451}" type="presOf" srcId="{FA2D38A6-46E3-44A4-848A-5EC52D53010E}" destId="{149FD106-00E9-4713-B531-000DCDA8C498}" srcOrd="0" destOrd="0" presId="urn:microsoft.com/office/officeart/2005/8/layout/hierarchy1"/>
    <dgm:cxn modelId="{91D79DE5-6A05-4550-A6EE-62A57220980B}" type="presOf" srcId="{39D33E33-8057-4859-8D7C-4BA263980C86}" destId="{93F37AB8-0FF4-405A-8931-4DB0E4BCEC39}" srcOrd="0" destOrd="0" presId="urn:microsoft.com/office/officeart/2005/8/layout/hierarchy1"/>
    <dgm:cxn modelId="{BA68E932-716D-44D0-ADBC-EDDA7E0B8A73}" type="presParOf" srcId="{D9959A8D-A168-4973-A20D-0A8FAE8B57BE}" destId="{1E56ACF4-8062-4E40-9338-459A5EBCCF64}" srcOrd="0" destOrd="0" presId="urn:microsoft.com/office/officeart/2005/8/layout/hierarchy1"/>
    <dgm:cxn modelId="{AC313AF4-36F9-41B8-858D-1276D6B183F3}" type="presParOf" srcId="{1E56ACF4-8062-4E40-9338-459A5EBCCF64}" destId="{19CC2744-5D08-4DA4-ACEC-2590017D3F73}" srcOrd="0" destOrd="0" presId="urn:microsoft.com/office/officeart/2005/8/layout/hierarchy1"/>
    <dgm:cxn modelId="{C2B3D2E8-9EF3-474C-9F6F-21846229ADA7}" type="presParOf" srcId="{19CC2744-5D08-4DA4-ACEC-2590017D3F73}" destId="{19BB3A33-BCC9-4639-BD0D-7DA0C1AD7A9B}" srcOrd="0" destOrd="0" presId="urn:microsoft.com/office/officeart/2005/8/layout/hierarchy1"/>
    <dgm:cxn modelId="{AB1E0CA5-2BA1-4409-9801-25BD8EECB230}" type="presParOf" srcId="{19CC2744-5D08-4DA4-ACEC-2590017D3F73}" destId="{149FD106-00E9-4713-B531-000DCDA8C498}" srcOrd="1" destOrd="0" presId="urn:microsoft.com/office/officeart/2005/8/layout/hierarchy1"/>
    <dgm:cxn modelId="{2AF5031E-DDD7-46C0-AB24-CE9CA1124E25}" type="presParOf" srcId="{1E56ACF4-8062-4E40-9338-459A5EBCCF64}" destId="{1696B5AB-EE98-49B5-957A-4C6A483C3CC6}" srcOrd="1" destOrd="0" presId="urn:microsoft.com/office/officeart/2005/8/layout/hierarchy1"/>
    <dgm:cxn modelId="{C43D1CB2-CC00-4CF2-B026-1E489CF33896}" type="presParOf" srcId="{D9959A8D-A168-4973-A20D-0A8FAE8B57BE}" destId="{3009B5A6-FBA4-4F3F-8AE2-D2CD97CF0EA1}" srcOrd="1" destOrd="0" presId="urn:microsoft.com/office/officeart/2005/8/layout/hierarchy1"/>
    <dgm:cxn modelId="{64AE5FA7-AB50-4AFC-B504-A5BC7FE7214F}" type="presParOf" srcId="{3009B5A6-FBA4-4F3F-8AE2-D2CD97CF0EA1}" destId="{224DC71C-E6E2-477E-9F9A-B63037665D35}" srcOrd="0" destOrd="0" presId="urn:microsoft.com/office/officeart/2005/8/layout/hierarchy1"/>
    <dgm:cxn modelId="{5D501DA2-112E-4E2A-92D0-64F4C375961C}" type="presParOf" srcId="{224DC71C-E6E2-477E-9F9A-B63037665D35}" destId="{E50EC97B-8967-4CD7-B229-FCB9843A422F}" srcOrd="0" destOrd="0" presId="urn:microsoft.com/office/officeart/2005/8/layout/hierarchy1"/>
    <dgm:cxn modelId="{AD34844F-E1A2-4C0D-94F9-F5DCA2B52229}" type="presParOf" srcId="{224DC71C-E6E2-477E-9F9A-B63037665D35}" destId="{93F37AB8-0FF4-405A-8931-4DB0E4BCEC39}" srcOrd="1" destOrd="0" presId="urn:microsoft.com/office/officeart/2005/8/layout/hierarchy1"/>
    <dgm:cxn modelId="{642DB79F-B575-4050-8B69-FB4409D0AF9A}" type="presParOf" srcId="{3009B5A6-FBA4-4F3F-8AE2-D2CD97CF0EA1}" destId="{5B052586-C0D4-41B1-AC27-8AE7D7338B6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D85D23-17FF-4CBE-B92B-BD497E7B44EF}">
      <dsp:nvSpPr>
        <dsp:cNvPr id="0" name=""/>
        <dsp:cNvSpPr/>
      </dsp:nvSpPr>
      <dsp:spPr>
        <a:xfrm>
          <a:off x="638098" y="7837"/>
          <a:ext cx="1715625" cy="171562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520A3F-ED84-46B6-9A00-D2B5EF16B879}">
      <dsp:nvSpPr>
        <dsp:cNvPr id="0" name=""/>
        <dsp:cNvSpPr/>
      </dsp:nvSpPr>
      <dsp:spPr>
        <a:xfrm>
          <a:off x="1003723" y="373462"/>
          <a:ext cx="984375" cy="9843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A45E8D-DF44-47BB-9603-CB78167024E9}">
      <dsp:nvSpPr>
        <dsp:cNvPr id="0" name=""/>
        <dsp:cNvSpPr/>
      </dsp:nvSpPr>
      <dsp:spPr>
        <a:xfrm>
          <a:off x="89660" y="2257837"/>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Secure Key Exchange: Allows secure key exchange over an insecure channel.</a:t>
          </a:r>
        </a:p>
      </dsp:txBody>
      <dsp:txXfrm>
        <a:off x="89660" y="2257837"/>
        <a:ext cx="2812500" cy="720000"/>
      </dsp:txXfrm>
    </dsp:sp>
    <dsp:sp modelId="{EF635DCF-E57F-4E68-A0F0-1B73884C0B49}">
      <dsp:nvSpPr>
        <dsp:cNvPr id="0" name=""/>
        <dsp:cNvSpPr/>
      </dsp:nvSpPr>
      <dsp:spPr>
        <a:xfrm>
          <a:off x="3942785" y="7837"/>
          <a:ext cx="1715625" cy="171562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088132-A6C1-48A3-AC6D-184A4241DCAE}">
      <dsp:nvSpPr>
        <dsp:cNvPr id="0" name=""/>
        <dsp:cNvSpPr/>
      </dsp:nvSpPr>
      <dsp:spPr>
        <a:xfrm>
          <a:off x="4308410" y="373462"/>
          <a:ext cx="984375" cy="9843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68C6D8A-1406-4FAE-951F-6BA1823FC179}">
      <dsp:nvSpPr>
        <dsp:cNvPr id="0" name=""/>
        <dsp:cNvSpPr/>
      </dsp:nvSpPr>
      <dsp:spPr>
        <a:xfrm>
          <a:off x="3394348" y="2257837"/>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No Prior Key Sharing Needed: Parties do not need to share keys beforehand.</a:t>
          </a:r>
        </a:p>
      </dsp:txBody>
      <dsp:txXfrm>
        <a:off x="3394348" y="2257837"/>
        <a:ext cx="2812500" cy="720000"/>
      </dsp:txXfrm>
    </dsp:sp>
    <dsp:sp modelId="{F8921962-C59A-4A09-92C6-38C53034E80A}">
      <dsp:nvSpPr>
        <dsp:cNvPr id="0" name=""/>
        <dsp:cNvSpPr/>
      </dsp:nvSpPr>
      <dsp:spPr>
        <a:xfrm>
          <a:off x="7247473" y="7837"/>
          <a:ext cx="1715625" cy="171562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90DBE5-A873-49CB-91B8-78BA97DA7951}">
      <dsp:nvSpPr>
        <dsp:cNvPr id="0" name=""/>
        <dsp:cNvSpPr/>
      </dsp:nvSpPr>
      <dsp:spPr>
        <a:xfrm>
          <a:off x="7613098" y="373462"/>
          <a:ext cx="984375" cy="9843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7B6B6E-C53C-4A46-BDF4-5229537723EC}">
      <dsp:nvSpPr>
        <dsp:cNvPr id="0" name=""/>
        <dsp:cNvSpPr/>
      </dsp:nvSpPr>
      <dsp:spPr>
        <a:xfrm>
          <a:off x="6699035" y="2257837"/>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Foundation for Other Protocols: Used in many secure communication protocols like TLS, IPsec, and SSH </a:t>
          </a:r>
        </a:p>
      </dsp:txBody>
      <dsp:txXfrm>
        <a:off x="6699035" y="2257837"/>
        <a:ext cx="28125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F42E15-AAFA-4698-81D0-03CAD01C8DE9}">
      <dsp:nvSpPr>
        <dsp:cNvPr id="0" name=""/>
        <dsp:cNvSpPr/>
      </dsp:nvSpPr>
      <dsp:spPr>
        <a:xfrm>
          <a:off x="1802473" y="37134"/>
          <a:ext cx="1660500" cy="1660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194E2AB-4279-41CE-AF13-6FE3B643A703}">
      <dsp:nvSpPr>
        <dsp:cNvPr id="0" name=""/>
        <dsp:cNvSpPr/>
      </dsp:nvSpPr>
      <dsp:spPr>
        <a:xfrm>
          <a:off x="787723" y="2117748"/>
          <a:ext cx="369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a:t>Man-in-the-Middle Attacks: An attacker could intercept the key exchange and establish their own keys with each party3.</a:t>
          </a:r>
        </a:p>
      </dsp:txBody>
      <dsp:txXfrm>
        <a:off x="787723" y="2117748"/>
        <a:ext cx="3690000" cy="720000"/>
      </dsp:txXfrm>
    </dsp:sp>
    <dsp:sp modelId="{8C2177AC-A942-4BB5-A549-E4A079B338FC}">
      <dsp:nvSpPr>
        <dsp:cNvPr id="0" name=""/>
        <dsp:cNvSpPr/>
      </dsp:nvSpPr>
      <dsp:spPr>
        <a:xfrm>
          <a:off x="6138223" y="37134"/>
          <a:ext cx="1660500" cy="1660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64FFA0-DE18-4179-B609-96A085BEB2C8}">
      <dsp:nvSpPr>
        <dsp:cNvPr id="0" name=""/>
        <dsp:cNvSpPr/>
      </dsp:nvSpPr>
      <dsp:spPr>
        <a:xfrm>
          <a:off x="5123473" y="2117748"/>
          <a:ext cx="369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a:t>Computational Attacks: Vulnerable to attacks that exploit the computational demands of the protocol, such as the D(HE)at attack</a:t>
          </a:r>
        </a:p>
      </dsp:txBody>
      <dsp:txXfrm>
        <a:off x="5123473" y="2117748"/>
        <a:ext cx="369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BB3A33-BCC9-4639-BD0D-7DA0C1AD7A9B}">
      <dsp:nvSpPr>
        <dsp:cNvPr id="0" name=""/>
        <dsp:cNvSpPr/>
      </dsp:nvSpPr>
      <dsp:spPr>
        <a:xfrm>
          <a:off x="271908" y="121"/>
          <a:ext cx="3881733" cy="246490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9FD106-00E9-4713-B531-000DCDA8C498}">
      <dsp:nvSpPr>
        <dsp:cNvPr id="0" name=""/>
        <dsp:cNvSpPr/>
      </dsp:nvSpPr>
      <dsp:spPr>
        <a:xfrm>
          <a:off x="703212" y="409860"/>
          <a:ext cx="3881733" cy="246490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Authentication: Use authenticated versions of the protocol to prevent man-in-the-middle attacks.</a:t>
          </a:r>
        </a:p>
      </dsp:txBody>
      <dsp:txXfrm>
        <a:off x="775406" y="482054"/>
        <a:ext cx="3737345" cy="2320513"/>
      </dsp:txXfrm>
    </dsp:sp>
    <dsp:sp modelId="{E50EC97B-8967-4CD7-B229-FCB9843A422F}">
      <dsp:nvSpPr>
        <dsp:cNvPr id="0" name=""/>
        <dsp:cNvSpPr/>
      </dsp:nvSpPr>
      <dsp:spPr>
        <a:xfrm>
          <a:off x="5016250" y="121"/>
          <a:ext cx="3881733" cy="246490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F37AB8-0FF4-405A-8931-4DB0E4BCEC39}">
      <dsp:nvSpPr>
        <dsp:cNvPr id="0" name=""/>
        <dsp:cNvSpPr/>
      </dsp:nvSpPr>
      <dsp:spPr>
        <a:xfrm>
          <a:off x="5447554" y="409860"/>
          <a:ext cx="3881733" cy="246490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Strong Parameters: Use strong cryptographic parameters to resist computational attacks</a:t>
          </a:r>
        </a:p>
      </dsp:txBody>
      <dsp:txXfrm>
        <a:off x="5519748" y="482054"/>
        <a:ext cx="3737345" cy="2320513"/>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983232" y="5037663"/>
            <a:ext cx="897467" cy="279400"/>
          </a:xfrm>
        </p:spPr>
        <p:txBody>
          <a:bodyPr/>
          <a:lstStyle/>
          <a:p>
            <a:fld id="{B2EF3DA5-10AF-4239-BB34-64DC841C9BF7}" type="datetimeFigureOut">
              <a:rPr lang="en-US" smtClean="0"/>
              <a:t>2/16/2025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4DB76753-F85E-4CC4-A23F-3612F53E6ED7}"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3606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EF3DA5-10AF-4239-BB34-64DC841C9BF7}"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76753-F85E-4CC4-A23F-3612F53E6ED7}" type="slidenum">
              <a:rPr lang="en-US" smtClean="0"/>
              <a:t>‹#›</a:t>
            </a:fld>
            <a:endParaRPr lang="en-US"/>
          </a:p>
        </p:txBody>
      </p:sp>
    </p:spTree>
    <p:extLst>
      <p:ext uri="{BB962C8B-B14F-4D97-AF65-F5344CB8AC3E}">
        <p14:creationId xmlns:p14="http://schemas.microsoft.com/office/powerpoint/2010/main" val="3751958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EF3DA5-10AF-4239-BB34-64DC841C9BF7}"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76753-F85E-4CC4-A23F-3612F53E6ED7}"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8124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2EF3DA5-10AF-4239-BB34-64DC841C9BF7}" type="datetimeFigureOut">
              <a:rPr lang="en-US" smtClean="0"/>
              <a:t>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B76753-F85E-4CC4-A23F-3612F53E6ED7}" type="slidenum">
              <a:rPr lang="en-US" smtClean="0"/>
              <a:t>‹#›</a:t>
            </a:fld>
            <a:endParaRPr lang="en-US"/>
          </a:p>
        </p:txBody>
      </p:sp>
    </p:spTree>
    <p:extLst>
      <p:ext uri="{BB962C8B-B14F-4D97-AF65-F5344CB8AC3E}">
        <p14:creationId xmlns:p14="http://schemas.microsoft.com/office/powerpoint/2010/main" val="2501432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2EF3DA5-10AF-4239-BB34-64DC841C9BF7}" type="datetimeFigureOut">
              <a:rPr lang="en-US" smtClean="0"/>
              <a:t>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B76753-F85E-4CC4-A23F-3612F53E6ED7}"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0585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2EF3DA5-10AF-4239-BB34-64DC841C9BF7}" type="datetimeFigureOut">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B76753-F85E-4CC4-A23F-3612F53E6ED7}"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578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EF3DA5-10AF-4239-BB34-64DC841C9BF7}" type="datetimeFigureOut">
              <a:rPr lang="en-US" smtClean="0"/>
              <a:t>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B76753-F85E-4CC4-A23F-3612F53E6ED7}" type="slidenum">
              <a:rPr lang="en-US" smtClean="0"/>
              <a:t>‹#›</a:t>
            </a:fld>
            <a:endParaRPr lang="en-US"/>
          </a:p>
        </p:txBody>
      </p:sp>
    </p:spTree>
    <p:extLst>
      <p:ext uri="{BB962C8B-B14F-4D97-AF65-F5344CB8AC3E}">
        <p14:creationId xmlns:p14="http://schemas.microsoft.com/office/powerpoint/2010/main" val="3554799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EF3DA5-10AF-4239-BB34-64DC841C9BF7}" type="datetimeFigureOut">
              <a:rPr lang="en-US" smtClean="0"/>
              <a:t>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B76753-F85E-4CC4-A23F-3612F53E6ED7}"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2751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EF3DA5-10AF-4239-BB34-64DC841C9BF7}" type="datetimeFigureOut">
              <a:rPr lang="en-US" smtClean="0"/>
              <a:t>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B76753-F85E-4CC4-A23F-3612F53E6ED7}" type="slidenum">
              <a:rPr lang="en-US" smtClean="0"/>
              <a:t>‹#›</a:t>
            </a:fld>
            <a:endParaRPr lang="en-US"/>
          </a:p>
        </p:txBody>
      </p:sp>
    </p:spTree>
    <p:extLst>
      <p:ext uri="{BB962C8B-B14F-4D97-AF65-F5344CB8AC3E}">
        <p14:creationId xmlns:p14="http://schemas.microsoft.com/office/powerpoint/2010/main" val="3207839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EF3DA5-10AF-4239-BB34-64DC841C9BF7}" type="datetimeFigureOut">
              <a:rPr lang="en-US" smtClean="0"/>
              <a:t>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B76753-F85E-4CC4-A23F-3612F53E6ED7}" type="slidenum">
              <a:rPr lang="en-US" smtClean="0"/>
              <a:t>‹#›</a:t>
            </a:fld>
            <a:endParaRPr lang="en-US"/>
          </a:p>
        </p:txBody>
      </p:sp>
    </p:spTree>
    <p:extLst>
      <p:ext uri="{BB962C8B-B14F-4D97-AF65-F5344CB8AC3E}">
        <p14:creationId xmlns:p14="http://schemas.microsoft.com/office/powerpoint/2010/main" val="316320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EF3DA5-10AF-4239-BB34-64DC841C9BF7}"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76753-F85E-4CC4-A23F-3612F53E6ED7}"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40623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EF3DA5-10AF-4239-BB34-64DC841C9BF7}"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76753-F85E-4CC4-A23F-3612F53E6ED7}"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9995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EF3DA5-10AF-4239-BB34-64DC841C9BF7}"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76753-F85E-4CC4-A23F-3612F53E6ED7}" type="slidenum">
              <a:rPr lang="en-US" smtClean="0"/>
              <a:t>‹#›</a:t>
            </a:fld>
            <a:endParaRPr lang="en-US"/>
          </a:p>
        </p:txBody>
      </p:sp>
    </p:spTree>
    <p:extLst>
      <p:ext uri="{BB962C8B-B14F-4D97-AF65-F5344CB8AC3E}">
        <p14:creationId xmlns:p14="http://schemas.microsoft.com/office/powerpoint/2010/main" val="31629109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EF3DA5-10AF-4239-BB34-64DC841C9BF7}"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76753-F85E-4CC4-A23F-3612F53E6ED7}"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13558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EF3DA5-10AF-4239-BB34-64DC841C9BF7}"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76753-F85E-4CC4-A23F-3612F53E6ED7}"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6174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EF3DA5-10AF-4239-BB34-64DC841C9BF7}"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76753-F85E-4CC4-A23F-3612F53E6ED7}"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516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EF3DA5-10AF-4239-BB34-64DC841C9BF7}"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76753-F85E-4CC4-A23F-3612F53E6ED7}"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5786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2EF3DA5-10AF-4239-BB34-64DC841C9BF7}" type="datetimeFigureOut">
              <a:rPr lang="en-US" smtClean="0"/>
              <a:t>2/16/2025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DB76753-F85E-4CC4-A23F-3612F53E6ED7}" type="slidenum">
              <a:rPr lang="en-US" smtClean="0"/>
              <a:t>‹#›</a:t>
            </a:fld>
            <a:endParaRPr lang="en-US"/>
          </a:p>
        </p:txBody>
      </p:sp>
    </p:spTree>
    <p:extLst>
      <p:ext uri="{BB962C8B-B14F-4D97-AF65-F5344CB8AC3E}">
        <p14:creationId xmlns:p14="http://schemas.microsoft.com/office/powerpoint/2010/main" val="8155213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png"/><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comparitech.com/blog/information-security/diffie-hellman-key-exchange/" TargetMode="External"/><Relationship Id="rId2" Type="http://schemas.openxmlformats.org/officeDocument/2006/relationships/hyperlink" Target="https://www.tutorialspoint.com/cryptography/cryptography_diffie_hellman_algorithm.htm" TargetMode="External"/><Relationship Id="rId1" Type="http://schemas.openxmlformats.org/officeDocument/2006/relationships/slideLayout" Target="../slideLayouts/slideLayout2.xml"/><Relationship Id="rId5" Type="http://schemas.openxmlformats.org/officeDocument/2006/relationships/hyperlink" Target="https://dheatattack.com/faq/" TargetMode="External"/><Relationship Id="rId4" Type="http://schemas.openxmlformats.org/officeDocument/2006/relationships/hyperlink" Target="https://dheatattack.com/summary/"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F8837B-BAE2-489A-8F93-69216307D5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5" name="Picture 4" descr="A closeup of a key and a keyhole">
            <a:extLst>
              <a:ext uri="{FF2B5EF4-FFF2-40B4-BE49-F238E27FC236}">
                <a16:creationId xmlns:a16="http://schemas.microsoft.com/office/drawing/2014/main" id="{969DBD11-2A00-5348-75B1-C354A8C3340E}"/>
              </a:ext>
            </a:extLst>
          </p:cNvPr>
          <p:cNvPicPr>
            <a:picLocks noChangeAspect="1"/>
          </p:cNvPicPr>
          <p:nvPr/>
        </p:nvPicPr>
        <p:blipFill>
          <a:blip r:embed="rId2">
            <a:alphaModFix amt="50000"/>
          </a:blip>
          <a:srcRect t="10462" b="4951"/>
          <a:stretch/>
        </p:blipFill>
        <p:spPr>
          <a:xfrm>
            <a:off x="-61931" y="10"/>
            <a:ext cx="12191980" cy="6857990"/>
          </a:xfrm>
          <a:prstGeom prst="rect">
            <a:avLst/>
          </a:prstGeom>
        </p:spPr>
      </p:pic>
      <p:sp>
        <p:nvSpPr>
          <p:cNvPr id="2" name="Title 1">
            <a:extLst>
              <a:ext uri="{FF2B5EF4-FFF2-40B4-BE49-F238E27FC236}">
                <a16:creationId xmlns:a16="http://schemas.microsoft.com/office/drawing/2014/main" id="{2EA0D330-5124-9126-711B-785A29FFC2EC}"/>
              </a:ext>
            </a:extLst>
          </p:cNvPr>
          <p:cNvSpPr>
            <a:spLocks noGrp="1"/>
          </p:cNvSpPr>
          <p:nvPr>
            <p:ph type="ctrTitle"/>
          </p:nvPr>
        </p:nvSpPr>
        <p:spPr>
          <a:xfrm>
            <a:off x="2692398" y="1871131"/>
            <a:ext cx="6815669" cy="1515533"/>
          </a:xfrm>
        </p:spPr>
        <p:txBody>
          <a:bodyPr>
            <a:normAutofit/>
          </a:bodyPr>
          <a:lstStyle/>
          <a:p>
            <a:pPr>
              <a:lnSpc>
                <a:spcPct val="90000"/>
              </a:lnSpc>
            </a:pPr>
            <a:r>
              <a:rPr lang="en-US" sz="5000">
                <a:solidFill>
                  <a:srgbClr val="FFFFFF"/>
                </a:solidFill>
              </a:rPr>
              <a:t>Diffie-Hellman Key Exchange</a:t>
            </a:r>
          </a:p>
        </p:txBody>
      </p:sp>
      <p:sp>
        <p:nvSpPr>
          <p:cNvPr id="3" name="Subtitle 2">
            <a:extLst>
              <a:ext uri="{FF2B5EF4-FFF2-40B4-BE49-F238E27FC236}">
                <a16:creationId xmlns:a16="http://schemas.microsoft.com/office/drawing/2014/main" id="{DA6F3A44-A21B-C875-9B5D-2D5DD83F13B3}"/>
              </a:ext>
            </a:extLst>
          </p:cNvPr>
          <p:cNvSpPr>
            <a:spLocks noGrp="1"/>
          </p:cNvSpPr>
          <p:nvPr>
            <p:ph type="subTitle" idx="1"/>
          </p:nvPr>
        </p:nvSpPr>
        <p:spPr>
          <a:xfrm>
            <a:off x="2692398" y="3657597"/>
            <a:ext cx="6815669" cy="1320802"/>
          </a:xfrm>
        </p:spPr>
        <p:txBody>
          <a:bodyPr>
            <a:normAutofit/>
          </a:bodyPr>
          <a:lstStyle/>
          <a:p>
            <a:r>
              <a:rPr lang="en-US">
                <a:solidFill>
                  <a:srgbClr val="FFFFFF"/>
                </a:solidFill>
              </a:rPr>
              <a:t>Names: Tyrek Kelly, Lassine Guindo, Marcus Jackson, </a:t>
            </a:r>
            <a:r>
              <a:rPr lang="en-US" err="1">
                <a:solidFill>
                  <a:srgbClr val="FFFFFF"/>
                </a:solidFill>
              </a:rPr>
              <a:t>Bangalie</a:t>
            </a:r>
            <a:r>
              <a:rPr lang="en-US">
                <a:solidFill>
                  <a:srgbClr val="FFFFFF"/>
                </a:solidFill>
              </a:rPr>
              <a:t> Koroma, Ulises Servellon, Antonette Simms</a:t>
            </a:r>
          </a:p>
        </p:txBody>
      </p:sp>
      <p:cxnSp>
        <p:nvCxnSpPr>
          <p:cNvPr id="11" name="Straight Connector 10">
            <a:extLst>
              <a:ext uri="{FF2B5EF4-FFF2-40B4-BE49-F238E27FC236}">
                <a16:creationId xmlns:a16="http://schemas.microsoft.com/office/drawing/2014/main" id="{B48BEE9B-A2F4-4BF3-9EAD-16E1A7FC2D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99932" y="3510608"/>
            <a:ext cx="5120640" cy="0"/>
          </a:xfrm>
          <a:prstGeom prst="line">
            <a:avLst/>
          </a:prstGeom>
          <a:ln>
            <a:solidFill>
              <a:srgbClr val="FFFF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713357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0" name="Rectangle 9">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1" y="484632"/>
            <a:ext cx="11222737"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2" name="Title 1">
            <a:extLst>
              <a:ext uri="{FF2B5EF4-FFF2-40B4-BE49-F238E27FC236}">
                <a16:creationId xmlns:a16="http://schemas.microsoft.com/office/drawing/2014/main" id="{79952EF5-C8C1-4E52-9D32-62177E976DF9}"/>
              </a:ext>
            </a:extLst>
          </p:cNvPr>
          <p:cNvSpPr>
            <a:spLocks noGrp="1"/>
          </p:cNvSpPr>
          <p:nvPr>
            <p:ph type="title"/>
          </p:nvPr>
        </p:nvSpPr>
        <p:spPr>
          <a:xfrm>
            <a:off x="804421" y="796374"/>
            <a:ext cx="10583158" cy="880027"/>
          </a:xfrm>
        </p:spPr>
        <p:txBody>
          <a:bodyPr>
            <a:normAutofit/>
          </a:bodyPr>
          <a:lstStyle/>
          <a:p>
            <a:r>
              <a:rPr lang="en-US">
                <a:solidFill>
                  <a:srgbClr val="FFFFFF"/>
                </a:solidFill>
              </a:rPr>
              <a:t>Introduction</a:t>
            </a:r>
          </a:p>
        </p:txBody>
      </p:sp>
      <p:sp>
        <p:nvSpPr>
          <p:cNvPr id="12" name="Rectangle 11">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747" y="648377"/>
            <a:ext cx="10890504"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4" name="Rectangle 13">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3" name="Content Placeholder 2">
            <a:extLst>
              <a:ext uri="{FF2B5EF4-FFF2-40B4-BE49-F238E27FC236}">
                <a16:creationId xmlns:a16="http://schemas.microsoft.com/office/drawing/2014/main" id="{D79F99C5-53DB-8156-EBF4-77A1DEF61C3F}"/>
              </a:ext>
            </a:extLst>
          </p:cNvPr>
          <p:cNvSpPr>
            <a:spLocks noGrp="1"/>
          </p:cNvSpPr>
          <p:nvPr>
            <p:ph idx="1"/>
          </p:nvPr>
        </p:nvSpPr>
        <p:spPr>
          <a:xfrm>
            <a:off x="1295401" y="2612256"/>
            <a:ext cx="9601196" cy="3263612"/>
          </a:xfrm>
        </p:spPr>
        <p:txBody>
          <a:bodyPr>
            <a:normAutofit/>
          </a:bodyPr>
          <a:lstStyle/>
          <a:p>
            <a:r>
              <a:rPr lang="en-US">
                <a:ea typeface="+mn-lt"/>
                <a:cs typeface="+mn-lt"/>
              </a:rPr>
              <a:t>Diffie-Hellman is a secure way for two people to create a shared secret key over a public channel using math.</a:t>
            </a:r>
          </a:p>
          <a:p>
            <a:pPr>
              <a:buSzPct val="114999"/>
            </a:pPr>
            <a:r>
              <a:rPr lang="en-US">
                <a:ea typeface="+mn-lt"/>
                <a:cs typeface="+mn-lt"/>
              </a:rPr>
              <a:t>Alice and Bob each pick a private secret, mix it with public numbers, and exchange results so they both compute the same secret key without revealing their private numbers.</a:t>
            </a:r>
          </a:p>
          <a:p>
            <a:pPr marL="0" indent="0">
              <a:buSzPct val="114999"/>
              <a:buNone/>
            </a:pPr>
            <a:endParaRPr lang="en-US"/>
          </a:p>
          <a:p>
            <a:pPr>
              <a:buSzPct val="114999"/>
            </a:pPr>
            <a:endParaRPr lang="en-US"/>
          </a:p>
        </p:txBody>
      </p:sp>
    </p:spTree>
    <p:extLst>
      <p:ext uri="{BB962C8B-B14F-4D97-AF65-F5344CB8AC3E}">
        <p14:creationId xmlns:p14="http://schemas.microsoft.com/office/powerpoint/2010/main" val="708418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EB8E3BF-F464-4900-8994-851061A9A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5" name="Picture 4" descr="Question mark boxes">
            <a:extLst>
              <a:ext uri="{FF2B5EF4-FFF2-40B4-BE49-F238E27FC236}">
                <a16:creationId xmlns:a16="http://schemas.microsoft.com/office/drawing/2014/main" id="{FF2511D1-9C0D-2E5F-F315-2DDC9981C631}"/>
              </a:ext>
            </a:extLst>
          </p:cNvPr>
          <p:cNvPicPr>
            <a:picLocks noChangeAspect="1"/>
          </p:cNvPicPr>
          <p:nvPr/>
        </p:nvPicPr>
        <p:blipFill>
          <a:blip r:embed="rId2">
            <a:alphaModFix amt="35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14CA973-CA9E-B1B4-F7D1-C2BDF340B07C}"/>
              </a:ext>
            </a:extLst>
          </p:cNvPr>
          <p:cNvSpPr>
            <a:spLocks noGrp="1"/>
          </p:cNvSpPr>
          <p:nvPr>
            <p:ph type="title"/>
          </p:nvPr>
        </p:nvSpPr>
        <p:spPr>
          <a:xfrm>
            <a:off x="1295402" y="982132"/>
            <a:ext cx="9601196" cy="1303867"/>
          </a:xfrm>
        </p:spPr>
        <p:txBody>
          <a:bodyPr>
            <a:normAutofit/>
          </a:bodyPr>
          <a:lstStyle/>
          <a:p>
            <a:r>
              <a:rPr lang="en-US">
                <a:solidFill>
                  <a:srgbClr val="FFFFFF"/>
                </a:solidFill>
              </a:rPr>
              <a:t>Why is it important?</a:t>
            </a:r>
          </a:p>
        </p:txBody>
      </p:sp>
      <p:cxnSp>
        <p:nvCxnSpPr>
          <p:cNvPr id="11" name="Straight Connector 10">
            <a:extLst>
              <a:ext uri="{FF2B5EF4-FFF2-40B4-BE49-F238E27FC236}">
                <a16:creationId xmlns:a16="http://schemas.microsoft.com/office/drawing/2014/main" id="{8E0602D6-3A81-42F8-AE67-1BAAFC967C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72FA958B-EFBF-327E-43A1-A9F63997FB69}"/>
              </a:ext>
            </a:extLst>
          </p:cNvPr>
          <p:cNvSpPr>
            <a:spLocks noGrp="1"/>
          </p:cNvSpPr>
          <p:nvPr>
            <p:ph idx="1"/>
          </p:nvPr>
        </p:nvSpPr>
        <p:spPr>
          <a:xfrm>
            <a:off x="1295401" y="2556932"/>
            <a:ext cx="9601196" cy="3318936"/>
          </a:xfrm>
        </p:spPr>
        <p:txBody>
          <a:bodyPr>
            <a:normAutofit/>
          </a:bodyPr>
          <a:lstStyle/>
          <a:p>
            <a:r>
              <a:rPr lang="en-US" b="1">
                <a:solidFill>
                  <a:srgbClr val="FFFFFF"/>
                </a:solidFill>
                <a:ea typeface="+mn-lt"/>
                <a:cs typeface="+mn-lt"/>
              </a:rPr>
              <a:t>Diffie-Hellman enables secure communication over the internet by allowing two people to create a shared secret key without meeting in person.</a:t>
            </a:r>
          </a:p>
          <a:p>
            <a:pPr>
              <a:buSzPct val="114999"/>
            </a:pPr>
            <a:r>
              <a:rPr lang="en-US" b="1">
                <a:solidFill>
                  <a:srgbClr val="FFFFFF"/>
                </a:solidFill>
                <a:ea typeface="+mn-lt"/>
                <a:cs typeface="+mn-lt"/>
              </a:rPr>
              <a:t>This secret key is then used to encrypt messages, making sure only the intended recipient can read them.</a:t>
            </a:r>
            <a:endParaRPr lang="en-US"/>
          </a:p>
          <a:p>
            <a:pPr>
              <a:buSzPct val="114999"/>
            </a:pPr>
            <a:endParaRPr lang="en-US">
              <a:solidFill>
                <a:srgbClr val="FFFFFF"/>
              </a:solidFill>
            </a:endParaRPr>
          </a:p>
        </p:txBody>
      </p:sp>
    </p:spTree>
    <p:extLst>
      <p:ext uri="{BB962C8B-B14F-4D97-AF65-F5344CB8AC3E}">
        <p14:creationId xmlns:p14="http://schemas.microsoft.com/office/powerpoint/2010/main" val="163544544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7DEDD00-5E71-418B-9C3C-9B71B01822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0" name="Picture 9">
              <a:extLst>
                <a:ext uri="{FF2B5EF4-FFF2-40B4-BE49-F238E27FC236}">
                  <a16:creationId xmlns:a16="http://schemas.microsoft.com/office/drawing/2014/main" id="{F08AA894-60A7-4A09-919E-54EF7C3EC82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1" name="Rectangle 10">
              <a:extLst>
                <a:ext uri="{FF2B5EF4-FFF2-40B4-BE49-F238E27FC236}">
                  <a16:creationId xmlns:a16="http://schemas.microsoft.com/office/drawing/2014/main" id="{44680684-9D82-4E2B-9E9A-778390DA9E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12" name="Picture 11">
              <a:extLst>
                <a:ext uri="{FF2B5EF4-FFF2-40B4-BE49-F238E27FC236}">
                  <a16:creationId xmlns:a16="http://schemas.microsoft.com/office/drawing/2014/main" id="{E28899EB-8201-46DC-A208-67136E6BA1A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3" name="Picture 12">
              <a:extLst>
                <a:ext uri="{FF2B5EF4-FFF2-40B4-BE49-F238E27FC236}">
                  <a16:creationId xmlns:a16="http://schemas.microsoft.com/office/drawing/2014/main" id="{58681DBB-DB5A-40DF-8333-C7E1C945B5B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FACFA37A-29FD-1A05-A698-9E9F231C95E9}"/>
              </a:ext>
            </a:extLst>
          </p:cNvPr>
          <p:cNvSpPr>
            <a:spLocks noGrp="1"/>
          </p:cNvSpPr>
          <p:nvPr>
            <p:ph type="title"/>
          </p:nvPr>
        </p:nvSpPr>
        <p:spPr>
          <a:xfrm>
            <a:off x="1295402" y="982132"/>
            <a:ext cx="9601196" cy="1303867"/>
          </a:xfrm>
        </p:spPr>
        <p:txBody>
          <a:bodyPr>
            <a:normAutofit/>
          </a:bodyPr>
          <a:lstStyle/>
          <a:p>
            <a:r>
              <a:rPr lang="en-US">
                <a:solidFill>
                  <a:srgbClr val="262626"/>
                </a:solidFill>
              </a:rPr>
              <a:t>Advantages of Diffie-Hellman</a:t>
            </a:r>
          </a:p>
        </p:txBody>
      </p:sp>
      <p:graphicFrame>
        <p:nvGraphicFramePr>
          <p:cNvPr id="5" name="Content Placeholder 2">
            <a:extLst>
              <a:ext uri="{FF2B5EF4-FFF2-40B4-BE49-F238E27FC236}">
                <a16:creationId xmlns:a16="http://schemas.microsoft.com/office/drawing/2014/main" id="{F06935CA-B9E2-9932-A9C1-4B461C7E792F}"/>
              </a:ext>
            </a:extLst>
          </p:cNvPr>
          <p:cNvGraphicFramePr>
            <a:graphicFrameLocks noGrp="1"/>
          </p:cNvGraphicFramePr>
          <p:nvPr>
            <p:ph idx="1"/>
          </p:nvPr>
        </p:nvGraphicFramePr>
        <p:xfrm>
          <a:off x="1295401" y="2675822"/>
          <a:ext cx="9601197" cy="29856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774768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C4950-110E-E927-B2ED-74A2C0E1E424}"/>
              </a:ext>
            </a:extLst>
          </p:cNvPr>
          <p:cNvSpPr>
            <a:spLocks noGrp="1"/>
          </p:cNvSpPr>
          <p:nvPr>
            <p:ph type="title"/>
          </p:nvPr>
        </p:nvSpPr>
        <p:spPr/>
        <p:txBody>
          <a:bodyPr/>
          <a:lstStyle/>
          <a:p>
            <a:r>
              <a:rPr lang="en-US"/>
              <a:t>Real World Scenarios </a:t>
            </a:r>
          </a:p>
        </p:txBody>
      </p:sp>
      <p:sp>
        <p:nvSpPr>
          <p:cNvPr id="3" name="Content Placeholder 2">
            <a:extLst>
              <a:ext uri="{FF2B5EF4-FFF2-40B4-BE49-F238E27FC236}">
                <a16:creationId xmlns:a16="http://schemas.microsoft.com/office/drawing/2014/main" id="{1A149EF7-22DC-9B53-8C54-45F83AD93D1A}"/>
              </a:ext>
            </a:extLst>
          </p:cNvPr>
          <p:cNvSpPr>
            <a:spLocks noGrp="1"/>
          </p:cNvSpPr>
          <p:nvPr>
            <p:ph sz="half" idx="1"/>
          </p:nvPr>
        </p:nvSpPr>
        <p:spPr/>
        <p:txBody>
          <a:bodyPr>
            <a:normAutofit fontScale="70000" lnSpcReduction="20000"/>
          </a:bodyPr>
          <a:lstStyle/>
          <a:p>
            <a:r>
              <a:rPr lang="en-US"/>
              <a:t>Virtual Private Networks (VPNs)</a:t>
            </a:r>
          </a:p>
          <a:p>
            <a:r>
              <a:rPr lang="en-US"/>
              <a:t>Scenario: VPNs are used to create secure connections between remote users and private networks over the internet.</a:t>
            </a:r>
          </a:p>
          <a:p>
            <a:r>
              <a:rPr lang="en-US"/>
              <a:t>Contribution to Secure Encryption: Diffie-Hellman is used during the initial setup of the VPN connection to securely exchange cryptographic keys between the user's device and the VPN server. This ensures that all data transmitted over the VPN is encrypted and protected from eavesdroppers</a:t>
            </a:r>
          </a:p>
        </p:txBody>
      </p:sp>
      <p:sp>
        <p:nvSpPr>
          <p:cNvPr id="4" name="Content Placeholder 3">
            <a:extLst>
              <a:ext uri="{FF2B5EF4-FFF2-40B4-BE49-F238E27FC236}">
                <a16:creationId xmlns:a16="http://schemas.microsoft.com/office/drawing/2014/main" id="{967E9EB2-317C-54D2-9484-458E5B49B3B3}"/>
              </a:ext>
            </a:extLst>
          </p:cNvPr>
          <p:cNvSpPr>
            <a:spLocks noGrp="1"/>
          </p:cNvSpPr>
          <p:nvPr>
            <p:ph sz="half" idx="2"/>
          </p:nvPr>
        </p:nvSpPr>
        <p:spPr/>
        <p:txBody>
          <a:bodyPr>
            <a:normAutofit fontScale="70000" lnSpcReduction="20000"/>
          </a:bodyPr>
          <a:lstStyle/>
          <a:p>
            <a:r>
              <a:rPr lang="en-US"/>
              <a:t> Online Banking</a:t>
            </a:r>
          </a:p>
          <a:p>
            <a:r>
              <a:rPr lang="en-US"/>
              <a:t>Scenario: Online banking platforms require secure communication channels to protect sensitive financial transactions and personal information.</a:t>
            </a:r>
          </a:p>
          <a:p>
            <a:r>
              <a:rPr lang="en-US"/>
              <a:t>Contribution to Secure Encryption: Diffie-Hellman is used to establish a secure connection between the user's browser and the bank's server. By securely exchanging keys, it ensures that all data, such as login credentials and transaction details, are encrypted and cannot be intercepted by attackers</a:t>
            </a:r>
          </a:p>
          <a:p>
            <a:endParaRPr lang="en-US"/>
          </a:p>
        </p:txBody>
      </p:sp>
    </p:spTree>
    <p:extLst>
      <p:ext uri="{BB962C8B-B14F-4D97-AF65-F5344CB8AC3E}">
        <p14:creationId xmlns:p14="http://schemas.microsoft.com/office/powerpoint/2010/main" val="3138137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927F7-5AA6-19F7-7F72-2DD8B0C9ACA2}"/>
              </a:ext>
            </a:extLst>
          </p:cNvPr>
          <p:cNvSpPr>
            <a:spLocks noGrp="1"/>
          </p:cNvSpPr>
          <p:nvPr>
            <p:ph type="title"/>
          </p:nvPr>
        </p:nvSpPr>
        <p:spPr>
          <a:xfrm>
            <a:off x="1295402" y="982132"/>
            <a:ext cx="9601196" cy="1303867"/>
          </a:xfrm>
        </p:spPr>
        <p:txBody>
          <a:bodyPr>
            <a:normAutofit/>
          </a:bodyPr>
          <a:lstStyle/>
          <a:p>
            <a:r>
              <a:rPr lang="en-US">
                <a:solidFill>
                  <a:srgbClr val="262626"/>
                </a:solidFill>
              </a:rPr>
              <a:t>Potential Threats</a:t>
            </a:r>
          </a:p>
        </p:txBody>
      </p:sp>
      <p:graphicFrame>
        <p:nvGraphicFramePr>
          <p:cNvPr id="5" name="Content Placeholder 2">
            <a:extLst>
              <a:ext uri="{FF2B5EF4-FFF2-40B4-BE49-F238E27FC236}">
                <a16:creationId xmlns:a16="http://schemas.microsoft.com/office/drawing/2014/main" id="{05CD5EFC-582E-E469-AB54-C5CEF4BC5E49}"/>
              </a:ext>
            </a:extLst>
          </p:cNvPr>
          <p:cNvGraphicFramePr>
            <a:graphicFrameLocks noGrp="1"/>
          </p:cNvGraphicFramePr>
          <p:nvPr>
            <p:ph idx="1"/>
          </p:nvPr>
        </p:nvGraphicFramePr>
        <p:xfrm>
          <a:off x="1295400" y="2772384"/>
          <a:ext cx="96011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81203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64EDD-E153-4D14-23A4-770BBCEA47C1}"/>
              </a:ext>
            </a:extLst>
          </p:cNvPr>
          <p:cNvSpPr>
            <a:spLocks noGrp="1"/>
          </p:cNvSpPr>
          <p:nvPr>
            <p:ph type="title"/>
          </p:nvPr>
        </p:nvSpPr>
        <p:spPr>
          <a:xfrm>
            <a:off x="1295402" y="982132"/>
            <a:ext cx="9601196" cy="1303867"/>
          </a:xfrm>
        </p:spPr>
        <p:txBody>
          <a:bodyPr>
            <a:normAutofit/>
          </a:bodyPr>
          <a:lstStyle/>
          <a:p>
            <a:r>
              <a:rPr lang="en-US">
                <a:solidFill>
                  <a:srgbClr val="262626"/>
                </a:solidFill>
              </a:rPr>
              <a:t>Mitigating Threats</a:t>
            </a:r>
          </a:p>
        </p:txBody>
      </p:sp>
      <p:graphicFrame>
        <p:nvGraphicFramePr>
          <p:cNvPr id="5" name="Content Placeholder 2">
            <a:extLst>
              <a:ext uri="{FF2B5EF4-FFF2-40B4-BE49-F238E27FC236}">
                <a16:creationId xmlns:a16="http://schemas.microsoft.com/office/drawing/2014/main" id="{C45A31E4-C0BE-48C8-5302-4F411E48906D}"/>
              </a:ext>
            </a:extLst>
          </p:cNvPr>
          <p:cNvGraphicFramePr>
            <a:graphicFrameLocks noGrp="1"/>
          </p:cNvGraphicFramePr>
          <p:nvPr>
            <p:ph idx="1"/>
          </p:nvPr>
        </p:nvGraphicFramePr>
        <p:xfrm>
          <a:off x="1295400" y="2772384"/>
          <a:ext cx="96011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7157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C878D9A-77BE-4701-AE3D-EEFC53CD5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0" name="Rectangle 9">
            <a:extLst>
              <a:ext uri="{FF2B5EF4-FFF2-40B4-BE49-F238E27FC236}">
                <a16:creationId xmlns:a16="http://schemas.microsoft.com/office/drawing/2014/main" id="{F643BE08-0ED1-4B73-AC6D-B7E26A5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3" y="469900"/>
            <a:ext cx="3695002" cy="59182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2" name="Rectangle 11">
            <a:extLst>
              <a:ext uri="{FF2B5EF4-FFF2-40B4-BE49-F238E27FC236}">
                <a16:creationId xmlns:a16="http://schemas.microsoft.com/office/drawing/2014/main" id="{956B2094-7FC0-45FC-BFED-3CB88CEE6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668" y="635508"/>
            <a:ext cx="3364992"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2" name="Title 1">
            <a:extLst>
              <a:ext uri="{FF2B5EF4-FFF2-40B4-BE49-F238E27FC236}">
                <a16:creationId xmlns:a16="http://schemas.microsoft.com/office/drawing/2014/main" id="{32FF136E-9122-8516-6E4B-585F74EAA750}"/>
              </a:ext>
            </a:extLst>
          </p:cNvPr>
          <p:cNvSpPr>
            <a:spLocks noGrp="1"/>
          </p:cNvSpPr>
          <p:nvPr>
            <p:ph type="title"/>
          </p:nvPr>
        </p:nvSpPr>
        <p:spPr>
          <a:xfrm>
            <a:off x="952108" y="954756"/>
            <a:ext cx="2730414" cy="4946003"/>
          </a:xfrm>
        </p:spPr>
        <p:txBody>
          <a:bodyPr>
            <a:normAutofit/>
          </a:bodyPr>
          <a:lstStyle/>
          <a:p>
            <a:r>
              <a:rPr lang="en-US">
                <a:solidFill>
                  <a:srgbClr val="FFFFFF"/>
                </a:solidFill>
              </a:rPr>
              <a:t>1.6.3 Diffie-Hellman Key Exchange </a:t>
            </a:r>
          </a:p>
        </p:txBody>
      </p:sp>
      <p:sp>
        <p:nvSpPr>
          <p:cNvPr id="14" name="Rectangle 13">
            <a:extLst>
              <a:ext uri="{FF2B5EF4-FFF2-40B4-BE49-F238E27FC236}">
                <a16:creationId xmlns:a16="http://schemas.microsoft.com/office/drawing/2014/main" id="{07A4B640-BB7F-4272-A710-068DBA9F9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4" name="Content Placeholder 3">
            <a:extLst>
              <a:ext uri="{FF2B5EF4-FFF2-40B4-BE49-F238E27FC236}">
                <a16:creationId xmlns:a16="http://schemas.microsoft.com/office/drawing/2014/main" id="{DB132AC1-84FA-2A83-0766-57C9A657FE5C}"/>
              </a:ext>
            </a:extLst>
          </p:cNvPr>
          <p:cNvPicPr>
            <a:picLocks noGrp="1" noChangeAspect="1"/>
          </p:cNvPicPr>
          <p:nvPr>
            <p:ph idx="1"/>
          </p:nvPr>
        </p:nvPicPr>
        <p:blipFill>
          <a:blip r:embed="rId3"/>
          <a:stretch>
            <a:fillRect/>
          </a:stretch>
        </p:blipFill>
        <p:spPr>
          <a:xfrm>
            <a:off x="5915071" y="469900"/>
            <a:ext cx="4405355" cy="5405968"/>
          </a:xfrm>
        </p:spPr>
      </p:pic>
    </p:spTree>
    <p:extLst>
      <p:ext uri="{BB962C8B-B14F-4D97-AF65-F5344CB8AC3E}">
        <p14:creationId xmlns:p14="http://schemas.microsoft.com/office/powerpoint/2010/main" val="266878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AA34E-F4BF-79CF-8D3A-07DC564CF9A6}"/>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3DC6BA24-A2AC-89FF-5EA8-D08ACCCCF001}"/>
              </a:ext>
            </a:extLst>
          </p:cNvPr>
          <p:cNvSpPr>
            <a:spLocks noGrp="1"/>
          </p:cNvSpPr>
          <p:nvPr>
            <p:ph idx="1"/>
          </p:nvPr>
        </p:nvSpPr>
        <p:spPr/>
        <p:txBody>
          <a:bodyPr/>
          <a:lstStyle/>
          <a:p>
            <a:r>
              <a:rPr lang="en-US">
                <a:hlinkClick r:id="rId2" tooltip="Cryptography - Diffie-Hellman Algorithm - Online Tutorials Library"/>
              </a:rPr>
              <a:t>Cryptography - Diffie-Hellman Algorithm - Online Tutorials Library</a:t>
            </a:r>
            <a:endParaRPr lang="en-US"/>
          </a:p>
          <a:p>
            <a:r>
              <a:rPr lang="en-US">
                <a:hlinkClick r:id="rId3" tooltip="What is the Diffie–Hellman key exchange and how does it work?"/>
              </a:rPr>
              <a:t>What is the Diffie–Hellman key exchange and how does it work?</a:t>
            </a:r>
            <a:endParaRPr lang="en-US"/>
          </a:p>
          <a:p>
            <a:r>
              <a:rPr lang="en-US">
                <a:hlinkClick r:id="rId4" tooltip="Executive Summary - D(HE)at Attack"/>
              </a:rPr>
              <a:t>Executive Summary - D(HE)at Attack</a:t>
            </a:r>
            <a:endParaRPr lang="en-US"/>
          </a:p>
          <a:p>
            <a:r>
              <a:rPr lang="en-US">
                <a:hlinkClick r:id="rId5" tooltip="Frequently Asked Questions | D(HE)at Attack"/>
              </a:rPr>
              <a:t>Frequently Asked Questions | D(HE)at Attack</a:t>
            </a:r>
            <a:endParaRPr lang="en-US"/>
          </a:p>
          <a:p>
            <a:endParaRPr lang="en-US"/>
          </a:p>
        </p:txBody>
      </p:sp>
    </p:spTree>
    <p:extLst>
      <p:ext uri="{BB962C8B-B14F-4D97-AF65-F5344CB8AC3E}">
        <p14:creationId xmlns:p14="http://schemas.microsoft.com/office/powerpoint/2010/main" val="1292166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10" name="Picture 9">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1" name="Rectangle 10">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12" name="Picture 11">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3" name="Picture 12">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5" name="Straight Connector 14">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9401732C-37EE-4B98-A709-9530173F3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grpSp>
        <p:nvGrpSpPr>
          <p:cNvPr id="19" name="Group 18">
            <a:extLst>
              <a:ext uri="{FF2B5EF4-FFF2-40B4-BE49-F238E27FC236}">
                <a16:creationId xmlns:a16="http://schemas.microsoft.com/office/drawing/2014/main" id="{654E48C8-2A00-4C54-BC9C-B18EE49E9C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20" name="Picture 19">
              <a:extLst>
                <a:ext uri="{FF2B5EF4-FFF2-40B4-BE49-F238E27FC236}">
                  <a16:creationId xmlns:a16="http://schemas.microsoft.com/office/drawing/2014/main" id="{CE0A0544-8F52-43F0-AC3E-DF683908B56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1" name="Rectangle 20">
              <a:extLst>
                <a:ext uri="{FF2B5EF4-FFF2-40B4-BE49-F238E27FC236}">
                  <a16:creationId xmlns:a16="http://schemas.microsoft.com/office/drawing/2014/main" id="{2F4057D3-A680-4443-9E51-ED920A691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2" name="Picture 21">
              <a:extLst>
                <a:ext uri="{FF2B5EF4-FFF2-40B4-BE49-F238E27FC236}">
                  <a16:creationId xmlns:a16="http://schemas.microsoft.com/office/drawing/2014/main" id="{2F6853A4-7B38-4FDE-B024-AE8BA71E738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3" name="Picture 22">
              <a:extLst>
                <a:ext uri="{FF2B5EF4-FFF2-40B4-BE49-F238E27FC236}">
                  <a16:creationId xmlns:a16="http://schemas.microsoft.com/office/drawing/2014/main" id="{86ADF4DB-4290-4441-8F8E-04152FE6063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02B85B3E-71CA-2480-2981-4C7B582913C4}"/>
              </a:ext>
            </a:extLst>
          </p:cNvPr>
          <p:cNvSpPr>
            <a:spLocks noGrp="1"/>
          </p:cNvSpPr>
          <p:nvPr>
            <p:ph type="title"/>
          </p:nvPr>
        </p:nvSpPr>
        <p:spPr>
          <a:xfrm>
            <a:off x="997528" y="982132"/>
            <a:ext cx="4094017" cy="2823880"/>
          </a:xfrm>
        </p:spPr>
        <p:txBody>
          <a:bodyPr vert="horz" lIns="91440" tIns="45720" rIns="91440" bIns="45720" rtlCol="0" anchor="b">
            <a:normAutofit/>
          </a:bodyPr>
          <a:lstStyle/>
          <a:p>
            <a:r>
              <a:rPr lang="en-US" sz="4800">
                <a:solidFill>
                  <a:srgbClr val="262626"/>
                </a:solidFill>
              </a:rPr>
              <a:t>Thank You!</a:t>
            </a:r>
          </a:p>
        </p:txBody>
      </p:sp>
      <p:pic>
        <p:nvPicPr>
          <p:cNvPr id="6" name="Graphic 5" descr="Handshake">
            <a:extLst>
              <a:ext uri="{FF2B5EF4-FFF2-40B4-BE49-F238E27FC236}">
                <a16:creationId xmlns:a16="http://schemas.microsoft.com/office/drawing/2014/main" id="{9468F3D0-2B3F-2FEE-3B72-E6D26071F83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06533" y="982131"/>
            <a:ext cx="4893735" cy="4893735"/>
          </a:xfrm>
          <a:prstGeom prst="rect">
            <a:avLst/>
          </a:prstGeom>
          <a:ln w="57150" cmpd="thickThin">
            <a:solidFill>
              <a:srgbClr val="7F7F7F"/>
            </a:solidFill>
            <a:miter lim="800000"/>
          </a:ln>
        </p:spPr>
      </p:pic>
    </p:spTree>
    <p:extLst>
      <p:ext uri="{BB962C8B-B14F-4D97-AF65-F5344CB8AC3E}">
        <p14:creationId xmlns:p14="http://schemas.microsoft.com/office/powerpoint/2010/main" val="2180418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otalTime>3</TotalTime>
  <Words>435</Words>
  <Application>Microsoft Office PowerPoint</Application>
  <PresentationFormat>Widescreen</PresentationFormat>
  <Paragraphs>32</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Garamond</vt:lpstr>
      <vt:lpstr>Organic</vt:lpstr>
      <vt:lpstr>Diffie-Hellman Key Exchange</vt:lpstr>
      <vt:lpstr>Introduction</vt:lpstr>
      <vt:lpstr>Why is it important?</vt:lpstr>
      <vt:lpstr>Advantages of Diffie-Hellman</vt:lpstr>
      <vt:lpstr>Real World Scenarios </vt:lpstr>
      <vt:lpstr>Potential Threats</vt:lpstr>
      <vt:lpstr>Mitigating Threats</vt:lpstr>
      <vt:lpstr>1.6.3 Diffie-Hellman Key Exchange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Marcus youngwavy</dc:creator>
  <cp:lastModifiedBy>Marcus youngwavy</cp:lastModifiedBy>
  <cp:revision>1</cp:revision>
  <dcterms:created xsi:type="dcterms:W3CDTF">2025-02-16T18:25:50Z</dcterms:created>
  <dcterms:modified xsi:type="dcterms:W3CDTF">2025-02-16T18:28:51Z</dcterms:modified>
</cp:coreProperties>
</file>